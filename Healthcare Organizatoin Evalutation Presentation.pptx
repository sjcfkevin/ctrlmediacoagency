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8" r:id="rId3"/>
    <p:sldId id="269" r:id="rId4"/>
    <p:sldId id="258" r:id="rId5"/>
    <p:sldId id="257" r:id="rId6"/>
    <p:sldId id="260" r:id="rId7"/>
    <p:sldId id="261" r:id="rId8"/>
    <p:sldId id="262" r:id="rId9"/>
    <p:sldId id="264" r:id="rId10"/>
    <p:sldId id="263" r:id="rId11"/>
    <p:sldId id="265" r:id="rId12"/>
    <p:sldId id="271" r:id="rId13"/>
    <p:sldId id="272" r:id="rId14"/>
    <p:sldId id="273"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5D26B-21B9-4248-8F8E-BA62C0AE524C}" v="81" dt="2023-12-11T00:16:23.778"/>
    <p1510:client id="{38ABBBDF-86A0-4CAA-91C7-A3AE7E33F92E}" v="15" dt="2023-12-10T18:22:48.914"/>
    <p1510:client id="{54148030-75E0-4E4E-973E-17E9486F25BF}" v="568" dt="2023-12-10T12:20:59.791"/>
    <p1510:client id="{69E17979-46B7-4F21-8730-206F9A28D36C}" v="60" dt="2023-12-10T14:52:30.060"/>
    <p1510:client id="{824CD852-05FD-4A5F-A72E-451ECAF1A9C5}" v="78" dt="2023-12-10T15:18:39.184"/>
    <p1510:client id="{865284B2-EA0C-41E3-A921-083163B6301E}" v="22" dt="2023-12-10T03:39:52.585"/>
    <p1510:client id="{98087CA2-DA8B-4CE7-B7AE-1C4EA8CE167B}" v="95" dt="2023-12-10T15:02:45.162"/>
    <p1510:client id="{A05E03B8-D463-4397-98E9-9C961B04C628}" v="8" dt="2023-12-10T15:24:03.209"/>
    <p1510:client id="{A6BC8466-4348-42A5-9878-22710AF39A29}" v="1095" dt="2023-12-10T16:27:36.915"/>
    <p1510:client id="{C599511E-DB2B-440A-9DA6-FB445115D497}" v="48" dt="2023-12-10T19:39:19.895"/>
    <p1510:client id="{E6601012-F47E-4B72-8959-407DF2802E1B}" v="42" dt="2023-12-11T00:31:58.877"/>
    <p1510:client id="{E8BAF1EC-3919-4FA6-AF55-BA9C4A372953}" v="1605" dt="2023-12-10T18:17:06.551"/>
    <p1510:client id="{EED6DF0B-498D-47AE-BA0E-10E423E20121}" v="5" dt="2023-12-10T02:32:25.247"/>
    <p1510:client id="{F88AA545-69E5-4E1A-94A4-AE5FE28DD08D}" v="321" dt="2023-12-10T02:28:05.993"/>
    <p1510:client id="{FE73C256-FDB8-490B-A285-823526B91BA6}" v="550" dt="2023-12-10T17:10:30.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E6601012-F47E-4B72-8959-407DF2802E1B}"/>
    <pc:docChg chg="modSld">
      <pc:chgData name="" userId="" providerId="" clId="Web-{E6601012-F47E-4B72-8959-407DF2802E1B}" dt="2023-12-11T00:26:59.271" v="2" actId="20577"/>
      <pc:docMkLst>
        <pc:docMk/>
      </pc:docMkLst>
      <pc:sldChg chg="modSp">
        <pc:chgData name="" userId="" providerId="" clId="Web-{E6601012-F47E-4B72-8959-407DF2802E1B}" dt="2023-12-11T00:26:59.271" v="2" actId="20577"/>
        <pc:sldMkLst>
          <pc:docMk/>
          <pc:sldMk cId="2134984220" sldId="267"/>
        </pc:sldMkLst>
        <pc:spChg chg="mod">
          <ac:chgData name="" userId="" providerId="" clId="Web-{E6601012-F47E-4B72-8959-407DF2802E1B}" dt="2023-12-11T00:26:59.271" v="2" actId="20577"/>
          <ac:spMkLst>
            <pc:docMk/>
            <pc:sldMk cId="2134984220" sldId="267"/>
            <ac:spMk id="3" creationId="{46FC3A5A-5C0F-92EF-5897-9C5ADE2E2972}"/>
          </ac:spMkLst>
        </pc:spChg>
      </pc:sldChg>
    </pc:docChg>
  </pc:docChgLst>
  <pc:docChgLst>
    <pc:chgData name="Guest User" providerId="Windows Live" clId="Web-{69E17979-46B7-4F21-8730-206F9A28D36C}"/>
    <pc:docChg chg="modSld sldOrd">
      <pc:chgData name="Guest User" userId="" providerId="Windows Live" clId="Web-{69E17979-46B7-4F21-8730-206F9A28D36C}" dt="2023-12-10T14:52:29.466" v="54" actId="14100"/>
      <pc:docMkLst>
        <pc:docMk/>
      </pc:docMkLst>
      <pc:sldChg chg="modSp ord">
        <pc:chgData name="Guest User" userId="" providerId="Windows Live" clId="Web-{69E17979-46B7-4F21-8730-206F9A28D36C}" dt="2023-12-09T21:52:27.029" v="3"/>
        <pc:sldMkLst>
          <pc:docMk/>
          <pc:sldMk cId="550989792" sldId="257"/>
        </pc:sldMkLst>
        <pc:picChg chg="mod">
          <ac:chgData name="Guest User" userId="" providerId="Windows Live" clId="Web-{69E17979-46B7-4F21-8730-206F9A28D36C}" dt="2023-12-09T21:52:23.888" v="2" actId="1076"/>
          <ac:picMkLst>
            <pc:docMk/>
            <pc:sldMk cId="550989792" sldId="257"/>
            <ac:picMk id="7" creationId="{14996305-36F4-671F-A507-3A4B1871BEEA}"/>
          </ac:picMkLst>
        </pc:picChg>
      </pc:sldChg>
      <pc:sldChg chg="modSp">
        <pc:chgData name="Guest User" userId="" providerId="Windows Live" clId="Web-{69E17979-46B7-4F21-8730-206F9A28D36C}" dt="2023-12-10T14:45:52.598" v="14" actId="1076"/>
        <pc:sldMkLst>
          <pc:docMk/>
          <pc:sldMk cId="1726832371" sldId="265"/>
        </pc:sldMkLst>
        <pc:picChg chg="mod">
          <ac:chgData name="Guest User" userId="" providerId="Windows Live" clId="Web-{69E17979-46B7-4F21-8730-206F9A28D36C}" dt="2023-12-10T14:45:52.598" v="14" actId="1076"/>
          <ac:picMkLst>
            <pc:docMk/>
            <pc:sldMk cId="1726832371" sldId="265"/>
            <ac:picMk id="12" creationId="{85939DA8-65B0-1625-F8FB-996765B6A011}"/>
          </ac:picMkLst>
        </pc:picChg>
      </pc:sldChg>
      <pc:sldChg chg="modSp">
        <pc:chgData name="Guest User" userId="" providerId="Windows Live" clId="Web-{69E17979-46B7-4F21-8730-206F9A28D36C}" dt="2023-12-10T14:52:29.466" v="54" actId="14100"/>
        <pc:sldMkLst>
          <pc:docMk/>
          <pc:sldMk cId="2565515233" sldId="266"/>
        </pc:sldMkLst>
        <pc:spChg chg="mod">
          <ac:chgData name="Guest User" userId="" providerId="Windows Live" clId="Web-{69E17979-46B7-4F21-8730-206F9A28D36C}" dt="2023-12-10T14:52:29.466" v="54" actId="14100"/>
          <ac:spMkLst>
            <pc:docMk/>
            <pc:sldMk cId="2565515233" sldId="266"/>
            <ac:spMk id="6" creationId="{100B2CD6-C5D3-A7F0-C3A2-B8B61A5E66E9}"/>
          </ac:spMkLst>
        </pc:spChg>
        <pc:spChg chg="mod">
          <ac:chgData name="Guest User" userId="" providerId="Windows Live" clId="Web-{69E17979-46B7-4F21-8730-206F9A28D36C}" dt="2023-12-10T14:51:42.479" v="47" actId="20577"/>
          <ac:spMkLst>
            <pc:docMk/>
            <pc:sldMk cId="2565515233" sldId="266"/>
            <ac:spMk id="7" creationId="{D7F902BF-6ACB-F44A-185E-48E14C85FF25}"/>
          </ac:spMkLst>
        </pc:spChg>
      </pc:sldChg>
    </pc:docChg>
  </pc:docChgLst>
  <pc:docChgLst>
    <pc:chgData name="Guest User" providerId="Windows Live" clId="Web-{E8BAF1EC-3919-4FA6-AF55-BA9C4A372953}"/>
    <pc:docChg chg="addSld modSld">
      <pc:chgData name="Guest User" userId="" providerId="Windows Live" clId="Web-{E8BAF1EC-3919-4FA6-AF55-BA9C4A372953}" dt="2023-12-10T18:17:06.551" v="1649"/>
      <pc:docMkLst>
        <pc:docMk/>
      </pc:docMkLst>
      <pc:sldChg chg="addSp delSp modSp">
        <pc:chgData name="Guest User" userId="" providerId="Windows Live" clId="Web-{E8BAF1EC-3919-4FA6-AF55-BA9C4A372953}" dt="2023-12-10T17:14:15.986" v="24"/>
        <pc:sldMkLst>
          <pc:docMk/>
          <pc:sldMk cId="1726832371" sldId="265"/>
        </pc:sldMkLst>
        <pc:spChg chg="add del">
          <ac:chgData name="Guest User" userId="" providerId="Windows Live" clId="Web-{E8BAF1EC-3919-4FA6-AF55-BA9C4A372953}" dt="2023-12-10T17:14:15.954" v="21"/>
          <ac:spMkLst>
            <pc:docMk/>
            <pc:sldMk cId="1726832371" sldId="265"/>
            <ac:spMk id="2" creationId="{162F8E5C-BFF3-F7D8-E6C4-46C4FC7292F2}"/>
          </ac:spMkLst>
        </pc:spChg>
        <pc:spChg chg="add del">
          <ac:chgData name="Guest User" userId="" providerId="Windows Live" clId="Web-{E8BAF1EC-3919-4FA6-AF55-BA9C4A372953}" dt="2023-12-10T17:14:06.813" v="13"/>
          <ac:spMkLst>
            <pc:docMk/>
            <pc:sldMk cId="1726832371" sldId="265"/>
            <ac:spMk id="2" creationId="{54A37113-5BE7-D622-451A-37213A42233F}"/>
          </ac:spMkLst>
        </pc:spChg>
        <pc:spChg chg="add del">
          <ac:chgData name="Guest User" userId="" providerId="Windows Live" clId="Web-{E8BAF1EC-3919-4FA6-AF55-BA9C4A372953}" dt="2023-12-10T17:14:15.986" v="24"/>
          <ac:spMkLst>
            <pc:docMk/>
            <pc:sldMk cId="1726832371" sldId="265"/>
            <ac:spMk id="2" creationId="{68D6E31A-B12A-C96C-90A7-9E6F4CB0518B}"/>
          </ac:spMkLst>
        </pc:spChg>
        <pc:spChg chg="add del">
          <ac:chgData name="Guest User" userId="" providerId="Windows Live" clId="Web-{E8BAF1EC-3919-4FA6-AF55-BA9C4A372953}" dt="2023-12-10T17:14:15.986" v="24"/>
          <ac:spMkLst>
            <pc:docMk/>
            <pc:sldMk cId="1726832371" sldId="265"/>
            <ac:spMk id="10" creationId="{397C2EC4-1F71-5E87-FD89-E424B0843D1E}"/>
          </ac:spMkLst>
        </pc:spChg>
        <pc:spChg chg="add del">
          <ac:chgData name="Guest User" userId="" providerId="Windows Live" clId="Web-{E8BAF1EC-3919-4FA6-AF55-BA9C4A372953}" dt="2023-12-10T17:14:06.813" v="13"/>
          <ac:spMkLst>
            <pc:docMk/>
            <pc:sldMk cId="1726832371" sldId="265"/>
            <ac:spMk id="10" creationId="{75EE9751-F7FB-029F-A651-30C4AB374F7C}"/>
          </ac:spMkLst>
        </pc:spChg>
        <pc:spChg chg="add del">
          <ac:chgData name="Guest User" userId="" providerId="Windows Live" clId="Web-{E8BAF1EC-3919-4FA6-AF55-BA9C4A372953}" dt="2023-12-10T17:14:15.954" v="21"/>
          <ac:spMkLst>
            <pc:docMk/>
            <pc:sldMk cId="1726832371" sldId="265"/>
            <ac:spMk id="10" creationId="{91597A44-234B-B307-CAA5-190007A45100}"/>
          </ac:spMkLst>
        </pc:spChg>
        <pc:spChg chg="add del">
          <ac:chgData name="Guest User" userId="" providerId="Windows Live" clId="Web-{E8BAF1EC-3919-4FA6-AF55-BA9C4A372953}" dt="2023-12-10T17:14:15.986" v="24"/>
          <ac:spMkLst>
            <pc:docMk/>
            <pc:sldMk cId="1726832371" sldId="265"/>
            <ac:spMk id="15" creationId="{257363FD-7E77-4145-9483-331A807ADF0E}"/>
          </ac:spMkLst>
        </pc:spChg>
        <pc:spChg chg="add del">
          <ac:chgData name="Guest User" userId="" providerId="Windows Live" clId="Web-{E8BAF1EC-3919-4FA6-AF55-BA9C4A372953}" dt="2023-12-10T17:14:06.813" v="13"/>
          <ac:spMkLst>
            <pc:docMk/>
            <pc:sldMk cId="1726832371" sldId="265"/>
            <ac:spMk id="20" creationId="{F13C74B1-5B17-4795-BED0-7140497B445A}"/>
          </ac:spMkLst>
        </pc:spChg>
        <pc:spChg chg="add del">
          <ac:chgData name="Guest User" userId="" providerId="Windows Live" clId="Web-{E8BAF1EC-3919-4FA6-AF55-BA9C4A372953}" dt="2023-12-10T17:14:06.813" v="13"/>
          <ac:spMkLst>
            <pc:docMk/>
            <pc:sldMk cId="1726832371" sldId="265"/>
            <ac:spMk id="22" creationId="{D4974D33-8DC5-464E-8C6D-BE58F0669C17}"/>
          </ac:spMkLst>
        </pc:spChg>
        <pc:spChg chg="add del">
          <ac:chgData name="Guest User" userId="" providerId="Windows Live" clId="Web-{E8BAF1EC-3919-4FA6-AF55-BA9C4A372953}" dt="2023-12-10T17:14:09.735" v="17"/>
          <ac:spMkLst>
            <pc:docMk/>
            <pc:sldMk cId="1726832371" sldId="265"/>
            <ac:spMk id="24" creationId="{257363FD-7E77-4145-9483-331A807ADF0E}"/>
          </ac:spMkLst>
        </pc:spChg>
        <pc:spChg chg="add del">
          <ac:chgData name="Guest User" userId="" providerId="Windows Live" clId="Web-{E8BAF1EC-3919-4FA6-AF55-BA9C4A372953}" dt="2023-12-10T17:14:15.954" v="21"/>
          <ac:spMkLst>
            <pc:docMk/>
            <pc:sldMk cId="1726832371" sldId="265"/>
            <ac:spMk id="28" creationId="{AE3A741D-C19B-960A-5803-1C5887147820}"/>
          </ac:spMkLst>
        </pc:spChg>
        <pc:spChg chg="add del">
          <ac:chgData name="Guest User" userId="" providerId="Windows Live" clId="Web-{E8BAF1EC-3919-4FA6-AF55-BA9C4A372953}" dt="2023-12-10T17:14:15.954" v="21"/>
          <ac:spMkLst>
            <pc:docMk/>
            <pc:sldMk cId="1726832371" sldId="265"/>
            <ac:spMk id="29" creationId="{DC39DE25-0E4E-0AA7-0932-1D78C2372786}"/>
          </ac:spMkLst>
        </pc:spChg>
        <pc:spChg chg="add del">
          <ac:chgData name="Guest User" userId="" providerId="Windows Live" clId="Web-{E8BAF1EC-3919-4FA6-AF55-BA9C4A372953}" dt="2023-12-10T17:14:15.954" v="21"/>
          <ac:spMkLst>
            <pc:docMk/>
            <pc:sldMk cId="1726832371" sldId="265"/>
            <ac:spMk id="30" creationId="{8D6EA299-0840-6DEA-E670-C49AEBC87E89}"/>
          </ac:spMkLst>
        </pc:spChg>
        <pc:spChg chg="add">
          <ac:chgData name="Guest User" userId="" providerId="Windows Live" clId="Web-{E8BAF1EC-3919-4FA6-AF55-BA9C4A372953}" dt="2023-12-10T17:14:15.986" v="24"/>
          <ac:spMkLst>
            <pc:docMk/>
            <pc:sldMk cId="1726832371" sldId="265"/>
            <ac:spMk id="34" creationId="{257363FD-7E77-4145-9483-331A807ADF0E}"/>
          </ac:spMkLst>
        </pc:spChg>
        <pc:spChg chg="add del mod replId">
          <ac:chgData name="Guest User" userId="" providerId="Windows Live" clId="Web-{E8BAF1EC-3919-4FA6-AF55-BA9C4A372953}" dt="2023-12-10T17:14:15.986" v="24"/>
          <ac:spMkLst>
            <pc:docMk/>
            <pc:sldMk cId="1726832371" sldId="265"/>
            <ac:spMk id="36" creationId="{A5A201EF-8ECD-645A-10FF-DB43A38DCCDE}"/>
          </ac:spMkLst>
        </pc:spChg>
        <pc:spChg chg="add del mod replId">
          <ac:chgData name="Guest User" userId="" providerId="Windows Live" clId="Web-{E8BAF1EC-3919-4FA6-AF55-BA9C4A372953}" dt="2023-12-10T17:14:15.986" v="24"/>
          <ac:spMkLst>
            <pc:docMk/>
            <pc:sldMk cId="1726832371" sldId="265"/>
            <ac:spMk id="37" creationId="{93B59C32-0FD9-B7D7-2545-6CC1AF6DF15F}"/>
          </ac:spMkLst>
        </pc:spChg>
        <pc:picChg chg="add del">
          <ac:chgData name="Guest User" userId="" providerId="Windows Live" clId="Web-{E8BAF1EC-3919-4FA6-AF55-BA9C4A372953}" dt="2023-12-10T17:14:15.986" v="24"/>
          <ac:picMkLst>
            <pc:docMk/>
            <pc:sldMk cId="1726832371" sldId="265"/>
            <ac:picMk id="4" creationId="{371AC1BA-92D1-E207-6C02-6BEE6C708AED}"/>
          </ac:picMkLst>
        </pc:picChg>
        <pc:picChg chg="add del">
          <ac:chgData name="Guest User" userId="" providerId="Windows Live" clId="Web-{E8BAF1EC-3919-4FA6-AF55-BA9C4A372953}" dt="2023-12-10T17:14:15.954" v="21"/>
          <ac:picMkLst>
            <pc:docMk/>
            <pc:sldMk cId="1726832371" sldId="265"/>
            <ac:picMk id="4" creationId="{832CED9E-BB55-5BE3-C9DE-A114598C720A}"/>
          </ac:picMkLst>
        </pc:picChg>
        <pc:picChg chg="add del">
          <ac:chgData name="Guest User" userId="" providerId="Windows Live" clId="Web-{E8BAF1EC-3919-4FA6-AF55-BA9C4A372953}" dt="2023-12-10T17:14:06.813" v="13"/>
          <ac:picMkLst>
            <pc:docMk/>
            <pc:sldMk cId="1726832371" sldId="265"/>
            <ac:picMk id="4" creationId="{D582AC60-26CB-014C-7837-5C4C84C6F5BD}"/>
          </ac:picMkLst>
        </pc:picChg>
        <pc:picChg chg="add del mod replId">
          <ac:chgData name="Guest User" userId="" providerId="Windows Live" clId="Web-{E8BAF1EC-3919-4FA6-AF55-BA9C4A372953}" dt="2023-12-10T17:14:15.986" v="24"/>
          <ac:picMkLst>
            <pc:docMk/>
            <pc:sldMk cId="1726832371" sldId="265"/>
            <ac:picMk id="35" creationId="{F7945D16-E4EF-D1E4-5AC8-A37D2E6799B2}"/>
          </ac:picMkLst>
        </pc:picChg>
      </pc:sldChg>
      <pc:sldChg chg="addSp delSp modSp">
        <pc:chgData name="Guest User" userId="" providerId="Windows Live" clId="Web-{E8BAF1EC-3919-4FA6-AF55-BA9C4A372953}" dt="2023-12-10T17:47:31.838" v="860" actId="20577"/>
        <pc:sldMkLst>
          <pc:docMk/>
          <pc:sldMk cId="3603684928" sldId="272"/>
        </pc:sldMkLst>
        <pc:spChg chg="add del">
          <ac:chgData name="Guest User" userId="" providerId="Windows Live" clId="Web-{E8BAF1EC-3919-4FA6-AF55-BA9C4A372953}" dt="2023-12-10T17:13:01.668" v="3"/>
          <ac:spMkLst>
            <pc:docMk/>
            <pc:sldMk cId="3603684928" sldId="272"/>
            <ac:spMk id="2" creationId="{021E9EC9-F587-3815-7DBF-2013C58A9186}"/>
          </ac:spMkLst>
        </pc:spChg>
        <pc:spChg chg="add del">
          <ac:chgData name="Guest User" userId="" providerId="Windows Live" clId="Web-{E8BAF1EC-3919-4FA6-AF55-BA9C4A372953}" dt="2023-12-10T17:15:55.164" v="35"/>
          <ac:spMkLst>
            <pc:docMk/>
            <pc:sldMk cId="3603684928" sldId="272"/>
            <ac:spMk id="2" creationId="{A332C896-6205-3B74-22EE-A9EF98DB55C7}"/>
          </ac:spMkLst>
        </pc:spChg>
        <pc:spChg chg="add del">
          <ac:chgData name="Guest User" userId="" providerId="Windows Live" clId="Web-{E8BAF1EC-3919-4FA6-AF55-BA9C4A372953}" dt="2023-12-10T17:15:18.630" v="31"/>
          <ac:spMkLst>
            <pc:docMk/>
            <pc:sldMk cId="3603684928" sldId="272"/>
            <ac:spMk id="2" creationId="{C5442DDD-2342-B086-730E-0A67117A5354}"/>
          </ac:spMkLst>
        </pc:spChg>
        <pc:spChg chg="add mod">
          <ac:chgData name="Guest User" userId="" providerId="Windows Live" clId="Web-{E8BAF1EC-3919-4FA6-AF55-BA9C4A372953}" dt="2023-12-10T17:25:41.078" v="340" actId="1076"/>
          <ac:spMkLst>
            <pc:docMk/>
            <pc:sldMk cId="3603684928" sldId="272"/>
            <ac:spMk id="2" creationId="{D7E56629-DA0F-D3F2-083B-8D2C8E00B934}"/>
          </ac:spMkLst>
        </pc:spChg>
        <pc:spChg chg="add del mod">
          <ac:chgData name="Guest User" userId="" providerId="Windows Live" clId="Web-{E8BAF1EC-3919-4FA6-AF55-BA9C4A372953}" dt="2023-12-10T17:36:05.886" v="622"/>
          <ac:spMkLst>
            <pc:docMk/>
            <pc:sldMk cId="3603684928" sldId="272"/>
            <ac:spMk id="11" creationId="{782BB46B-CE8F-A4B2-782F-D9FAEEA6F052}"/>
          </ac:spMkLst>
        </pc:spChg>
        <pc:spChg chg="add del">
          <ac:chgData name="Guest User" userId="" providerId="Windows Live" clId="Web-{E8BAF1EC-3919-4FA6-AF55-BA9C4A372953}" dt="2023-12-10T17:13:01.684" v="6"/>
          <ac:spMkLst>
            <pc:docMk/>
            <pc:sldMk cId="3603684928" sldId="272"/>
            <ac:spMk id="70" creationId="{9F7D5CDA-D291-4307-BF55-1381FED29634}"/>
          </ac:spMkLst>
        </pc:spChg>
        <pc:spChg chg="add del">
          <ac:chgData name="Guest User" userId="" providerId="Windows Live" clId="Web-{E8BAF1EC-3919-4FA6-AF55-BA9C4A372953}" dt="2023-12-10T17:13:01.684" v="6"/>
          <ac:spMkLst>
            <pc:docMk/>
            <pc:sldMk cId="3603684928" sldId="272"/>
            <ac:spMk id="72" creationId="{59B296B9-C5A5-4E4F-9B60-C907B5F1466C}"/>
          </ac:spMkLst>
        </pc:spChg>
        <pc:spChg chg="add del">
          <ac:chgData name="Guest User" userId="" providerId="Windows Live" clId="Web-{E8BAF1EC-3919-4FA6-AF55-BA9C4A372953}" dt="2023-12-10T17:13:01.684" v="6"/>
          <ac:spMkLst>
            <pc:docMk/>
            <pc:sldMk cId="3603684928" sldId="272"/>
            <ac:spMk id="73" creationId="{D0300FD3-5AF1-6305-15FA-9078072672E2}"/>
          </ac:spMkLst>
        </pc:spChg>
        <pc:spChg chg="add del">
          <ac:chgData name="Guest User" userId="" providerId="Windows Live" clId="Web-{E8BAF1EC-3919-4FA6-AF55-BA9C4A372953}" dt="2023-12-10T17:15:55.164" v="35"/>
          <ac:spMkLst>
            <pc:docMk/>
            <pc:sldMk cId="3603684928" sldId="272"/>
            <ac:spMk id="74" creationId="{2A47F2BC-25AC-A040-0835-64206C2FB5E7}"/>
          </ac:spMkLst>
        </pc:spChg>
        <pc:spChg chg="add del">
          <ac:chgData name="Guest User" userId="" providerId="Windows Live" clId="Web-{E8BAF1EC-3919-4FA6-AF55-BA9C4A372953}" dt="2023-12-10T17:13:01.668" v="3"/>
          <ac:spMkLst>
            <pc:docMk/>
            <pc:sldMk cId="3603684928" sldId="272"/>
            <ac:spMk id="74" creationId="{36777DE8-CB7C-D63B-982F-D65EE78BAD93}"/>
          </ac:spMkLst>
        </pc:spChg>
        <pc:spChg chg="add del mod">
          <ac:chgData name="Guest User" userId="" providerId="Windows Live" clId="Web-{E8BAF1EC-3919-4FA6-AF55-BA9C4A372953}" dt="2023-12-10T17:47:31.838" v="860" actId="20577"/>
          <ac:spMkLst>
            <pc:docMk/>
            <pc:sldMk cId="3603684928" sldId="272"/>
            <ac:spMk id="74" creationId="{E383D3B5-3C79-56E5-1334-F4AB27FD7056}"/>
          </ac:spMkLst>
        </pc:spChg>
        <pc:spChg chg="add del">
          <ac:chgData name="Guest User" userId="" providerId="Windows Live" clId="Web-{E8BAF1EC-3919-4FA6-AF55-BA9C4A372953}" dt="2023-12-10T17:13:01.668" v="3"/>
          <ac:spMkLst>
            <pc:docMk/>
            <pc:sldMk cId="3603684928" sldId="272"/>
            <ac:spMk id="79" creationId="{327D73B4-9F5C-4A64-A179-51B9500CB8B5}"/>
          </ac:spMkLst>
        </pc:spChg>
        <pc:spChg chg="add del">
          <ac:chgData name="Guest User" userId="" providerId="Windows Live" clId="Web-{E8BAF1EC-3919-4FA6-AF55-BA9C4A372953}" dt="2023-12-10T17:13:01.668" v="3"/>
          <ac:spMkLst>
            <pc:docMk/>
            <pc:sldMk cId="3603684928" sldId="272"/>
            <ac:spMk id="81" creationId="{C1F06963-6374-4B48-844F-071A9BAAAE02}"/>
          </ac:spMkLst>
        </pc:spChg>
        <pc:spChg chg="add del">
          <ac:chgData name="Guest User" userId="" providerId="Windows Live" clId="Web-{E8BAF1EC-3919-4FA6-AF55-BA9C4A372953}" dt="2023-12-10T17:13:01.668" v="3"/>
          <ac:spMkLst>
            <pc:docMk/>
            <pc:sldMk cId="3603684928" sldId="272"/>
            <ac:spMk id="83" creationId="{6CB927A4-E432-4310-9CD5-E89FF5063179}"/>
          </ac:spMkLst>
        </pc:spChg>
        <pc:spChg chg="add del">
          <ac:chgData name="Guest User" userId="" providerId="Windows Live" clId="Web-{E8BAF1EC-3919-4FA6-AF55-BA9C4A372953}" dt="2023-12-10T17:13:01.668" v="3"/>
          <ac:spMkLst>
            <pc:docMk/>
            <pc:sldMk cId="3603684928" sldId="272"/>
            <ac:spMk id="85" creationId="{1453BF6C-B012-48B7-B4E8-6D7AC7C27D02}"/>
          </ac:spMkLst>
        </pc:spChg>
        <pc:spChg chg="add del">
          <ac:chgData name="Guest User" userId="" providerId="Windows Live" clId="Web-{E8BAF1EC-3919-4FA6-AF55-BA9C4A372953}" dt="2023-12-10T17:13:01.668" v="3"/>
          <ac:spMkLst>
            <pc:docMk/>
            <pc:sldMk cId="3603684928" sldId="272"/>
            <ac:spMk id="87" creationId="{E3020543-B24B-4EC4-8FFC-8DD88EEA91A8}"/>
          </ac:spMkLst>
        </pc:spChg>
        <pc:spChg chg="add del">
          <ac:chgData name="Guest User" userId="" providerId="Windows Live" clId="Web-{E8BAF1EC-3919-4FA6-AF55-BA9C4A372953}" dt="2023-12-10T17:13:37.545" v="10"/>
          <ac:spMkLst>
            <pc:docMk/>
            <pc:sldMk cId="3603684928" sldId="272"/>
            <ac:spMk id="91" creationId="{081EA652-8C6A-4E69-BEB9-170809474553}"/>
          </ac:spMkLst>
        </pc:spChg>
        <pc:spChg chg="add del">
          <ac:chgData name="Guest User" userId="" providerId="Windows Live" clId="Web-{E8BAF1EC-3919-4FA6-AF55-BA9C4A372953}" dt="2023-12-10T17:13:37.545" v="10"/>
          <ac:spMkLst>
            <pc:docMk/>
            <pc:sldMk cId="3603684928" sldId="272"/>
            <ac:spMk id="92" creationId="{5298780A-33B9-4EA2-8F67-DE68AD62841B}"/>
          </ac:spMkLst>
        </pc:spChg>
        <pc:spChg chg="add del">
          <ac:chgData name="Guest User" userId="" providerId="Windows Live" clId="Web-{E8BAF1EC-3919-4FA6-AF55-BA9C4A372953}" dt="2023-12-10T17:13:37.545" v="10"/>
          <ac:spMkLst>
            <pc:docMk/>
            <pc:sldMk cId="3603684928" sldId="272"/>
            <ac:spMk id="93" creationId="{7F488E8B-4E1E-4402-8935-D4E6C02615C7}"/>
          </ac:spMkLst>
        </pc:spChg>
        <pc:spChg chg="add del mod replId">
          <ac:chgData name="Guest User" userId="" providerId="Windows Live" clId="Web-{E8BAF1EC-3919-4FA6-AF55-BA9C4A372953}" dt="2023-12-10T17:13:01.684" v="6"/>
          <ac:spMkLst>
            <pc:docMk/>
            <pc:sldMk cId="3603684928" sldId="272"/>
            <ac:spMk id="95" creationId="{A8A9A05B-9661-E21D-EF5A-FA1BC268938B}"/>
          </ac:spMkLst>
        </pc:spChg>
        <pc:spChg chg="add del mod replId">
          <ac:chgData name="Guest User" userId="" providerId="Windows Live" clId="Web-{E8BAF1EC-3919-4FA6-AF55-BA9C4A372953}" dt="2023-12-10T17:13:01.684" v="6"/>
          <ac:spMkLst>
            <pc:docMk/>
            <pc:sldMk cId="3603684928" sldId="272"/>
            <ac:spMk id="96" creationId="{52084653-3DC9-6CCC-B751-FFD9AA172564}"/>
          </ac:spMkLst>
        </pc:spChg>
        <pc:spChg chg="add del mod replId">
          <ac:chgData name="Guest User" userId="" providerId="Windows Live" clId="Web-{E8BAF1EC-3919-4FA6-AF55-BA9C4A372953}" dt="2023-12-10T17:13:37.545" v="10"/>
          <ac:spMkLst>
            <pc:docMk/>
            <pc:sldMk cId="3603684928" sldId="272"/>
            <ac:spMk id="96" creationId="{DA813D62-5B46-D2CA-C44D-1955F3824ED8}"/>
          </ac:spMkLst>
        </pc:spChg>
        <pc:spChg chg="add del mod replId">
          <ac:chgData name="Guest User" userId="" providerId="Windows Live" clId="Web-{E8BAF1EC-3919-4FA6-AF55-BA9C4A372953}" dt="2023-12-10T17:13:37.545" v="10"/>
          <ac:spMkLst>
            <pc:docMk/>
            <pc:sldMk cId="3603684928" sldId="272"/>
            <ac:spMk id="97" creationId="{B57E2CBE-854E-2BBD-B1F2-46DCE1D5DF25}"/>
          </ac:spMkLst>
        </pc:spChg>
        <pc:spChg chg="add del">
          <ac:chgData name="Guest User" userId="" providerId="Windows Live" clId="Web-{E8BAF1EC-3919-4FA6-AF55-BA9C4A372953}" dt="2023-12-10T17:15:55.180" v="38"/>
          <ac:spMkLst>
            <pc:docMk/>
            <pc:sldMk cId="3603684928" sldId="272"/>
            <ac:spMk id="99" creationId="{777A147A-9ED8-46B4-8660-1B3C2AA880B5}"/>
          </ac:spMkLst>
        </pc:spChg>
        <pc:spChg chg="add del">
          <ac:chgData name="Guest User" userId="" providerId="Windows Live" clId="Web-{E8BAF1EC-3919-4FA6-AF55-BA9C4A372953}" dt="2023-12-10T17:15:55.180" v="38"/>
          <ac:spMkLst>
            <pc:docMk/>
            <pc:sldMk cId="3603684928" sldId="272"/>
            <ac:spMk id="101" creationId="{5D6C15A0-C087-4593-8414-2B4EC1CDC3DE}"/>
          </ac:spMkLst>
        </pc:spChg>
        <pc:spChg chg="add del">
          <ac:chgData name="Guest User" userId="" providerId="Windows Live" clId="Web-{E8BAF1EC-3919-4FA6-AF55-BA9C4A372953}" dt="2023-12-10T17:15:18.630" v="31"/>
          <ac:spMkLst>
            <pc:docMk/>
            <pc:sldMk cId="3603684928" sldId="272"/>
            <ac:spMk id="107" creationId="{56E9B3E6-E277-4D68-BA48-9CB43FFBD6E2}"/>
          </ac:spMkLst>
        </pc:spChg>
        <pc:spChg chg="add del">
          <ac:chgData name="Guest User" userId="" providerId="Windows Live" clId="Web-{E8BAF1EC-3919-4FA6-AF55-BA9C4A372953}" dt="2023-12-10T17:15:55.164" v="35"/>
          <ac:spMkLst>
            <pc:docMk/>
            <pc:sldMk cId="3603684928" sldId="272"/>
            <ac:spMk id="108" creationId="{245A9F99-D9B1-4094-A2E2-B90AC1DB7B9C}"/>
          </ac:spMkLst>
        </pc:spChg>
        <pc:spChg chg="add del">
          <ac:chgData name="Guest User" userId="" providerId="Windows Live" clId="Web-{E8BAF1EC-3919-4FA6-AF55-BA9C4A372953}" dt="2023-12-10T17:15:55.164" v="35"/>
          <ac:spMkLst>
            <pc:docMk/>
            <pc:sldMk cId="3603684928" sldId="272"/>
            <ac:spMk id="110" creationId="{B7FAF607-473A-4A43-A23D-BBFF5C4117BB}"/>
          </ac:spMkLst>
        </pc:spChg>
        <pc:spChg chg="add del">
          <ac:chgData name="Guest User" userId="" providerId="Windows Live" clId="Web-{E8BAF1EC-3919-4FA6-AF55-BA9C4A372953}" dt="2023-12-10T17:15:18.630" v="31"/>
          <ac:spMkLst>
            <pc:docMk/>
            <pc:sldMk cId="3603684928" sldId="272"/>
            <ac:spMk id="114" creationId="{D5B0017B-2ECA-49AF-B397-DC140825DF8D}"/>
          </ac:spMkLst>
        </pc:spChg>
        <pc:spChg chg="add">
          <ac:chgData name="Guest User" userId="" providerId="Windows Live" clId="Web-{E8BAF1EC-3919-4FA6-AF55-BA9C4A372953}" dt="2023-12-10T17:15:55.180" v="38"/>
          <ac:spMkLst>
            <pc:docMk/>
            <pc:sldMk cId="3603684928" sldId="272"/>
            <ac:spMk id="117" creationId="{EDDBB197-D710-4A4F-A9CA-FD2177498BE8}"/>
          </ac:spMkLst>
        </pc:spChg>
        <pc:spChg chg="add">
          <ac:chgData name="Guest User" userId="" providerId="Windows Live" clId="Web-{E8BAF1EC-3919-4FA6-AF55-BA9C4A372953}" dt="2023-12-10T17:15:55.180" v="38"/>
          <ac:spMkLst>
            <pc:docMk/>
            <pc:sldMk cId="3603684928" sldId="272"/>
            <ac:spMk id="118" creationId="{975D1CFA-2CDB-4B64-BD9F-85744E8DA12F}"/>
          </ac:spMkLst>
        </pc:spChg>
        <pc:spChg chg="add del mod replId">
          <ac:chgData name="Guest User" userId="" providerId="Windows Live" clId="Web-{E8BAF1EC-3919-4FA6-AF55-BA9C4A372953}" dt="2023-12-10T17:15:55.180" v="38"/>
          <ac:spMkLst>
            <pc:docMk/>
            <pc:sldMk cId="3603684928" sldId="272"/>
            <ac:spMk id="123" creationId="{148C1EDF-DA91-ADCF-4933-03B34F50FBB7}"/>
          </ac:spMkLst>
        </pc:spChg>
        <pc:spChg chg="add del mod replId">
          <ac:chgData name="Guest User" userId="" providerId="Windows Live" clId="Web-{E8BAF1EC-3919-4FA6-AF55-BA9C4A372953}" dt="2023-12-10T17:15:55.180" v="38"/>
          <ac:spMkLst>
            <pc:docMk/>
            <pc:sldMk cId="3603684928" sldId="272"/>
            <ac:spMk id="124" creationId="{CDA5DD52-7A03-5819-1AA2-DCDEC0F59785}"/>
          </ac:spMkLst>
        </pc:spChg>
        <pc:grpChg chg="add del">
          <ac:chgData name="Guest User" userId="" providerId="Windows Live" clId="Web-{E8BAF1EC-3919-4FA6-AF55-BA9C4A372953}" dt="2023-12-10T17:15:18.630" v="31"/>
          <ac:grpSpMkLst>
            <pc:docMk/>
            <pc:sldMk cId="3603684928" sldId="272"/>
            <ac:grpSpMk id="109" creationId="{AE1C45F0-260A-458C-96ED-C1F6D2151219}"/>
          </ac:grpSpMkLst>
        </pc:grpChg>
        <pc:grpChg chg="add del">
          <ac:chgData name="Guest User" userId="" providerId="Windows Live" clId="Web-{E8BAF1EC-3919-4FA6-AF55-BA9C4A372953}" dt="2023-12-10T17:15:55.164" v="35"/>
          <ac:grpSpMkLst>
            <pc:docMk/>
            <pc:sldMk cId="3603684928" sldId="272"/>
            <ac:grpSpMk id="112" creationId="{C5F6476F-D303-44D3-B30F-1BA348F0F64A}"/>
          </ac:grpSpMkLst>
        </pc:grpChg>
        <pc:grpChg chg="add">
          <ac:chgData name="Guest User" userId="" providerId="Windows Live" clId="Web-{E8BAF1EC-3919-4FA6-AF55-BA9C4A372953}" dt="2023-12-10T17:15:55.180" v="38"/>
          <ac:grpSpMkLst>
            <pc:docMk/>
            <pc:sldMk cId="3603684928" sldId="272"/>
            <ac:grpSpMk id="119" creationId="{25EE5136-01F1-466C-962D-BA9B4C6757AA}"/>
          </ac:grpSpMkLst>
        </pc:grpChg>
        <pc:graphicFrameChg chg="add del">
          <ac:chgData name="Guest User" userId="" providerId="Windows Live" clId="Web-{E8BAF1EC-3919-4FA6-AF55-BA9C4A372953}" dt="2023-12-10T17:15:18.630" v="31"/>
          <ac:graphicFrameMkLst>
            <pc:docMk/>
            <pc:sldMk cId="3603684928" sldId="272"/>
            <ac:graphicFrameMk id="103" creationId="{C9807B96-E40B-A15E-BC43-A3BBFCAC9184}"/>
          </ac:graphicFrameMkLst>
        </pc:graphicFrameChg>
        <pc:picChg chg="add del mod">
          <ac:chgData name="Guest User" userId="" providerId="Windows Live" clId="Web-{E8BAF1EC-3919-4FA6-AF55-BA9C4A372953}" dt="2023-12-10T17:15:07.630" v="28"/>
          <ac:picMkLst>
            <pc:docMk/>
            <pc:sldMk cId="3603684928" sldId="272"/>
            <ac:picMk id="4" creationId="{89E3CE20-76BF-DB5E-3F1B-93099BCDEAE2}"/>
          </ac:picMkLst>
        </pc:picChg>
        <pc:picChg chg="del">
          <ac:chgData name="Guest User" userId="" providerId="Windows Live" clId="Web-{E8BAF1EC-3919-4FA6-AF55-BA9C4A372953}" dt="2023-12-10T17:12:28.510" v="0"/>
          <ac:picMkLst>
            <pc:docMk/>
            <pc:sldMk cId="3603684928" sldId="272"/>
            <ac:picMk id="71" creationId="{04F2D7C7-9E9A-6BC3-E684-955C161D437A}"/>
          </ac:picMkLst>
        </pc:picChg>
        <pc:picChg chg="add del">
          <ac:chgData name="Guest User" userId="" providerId="Windows Live" clId="Web-{E8BAF1EC-3919-4FA6-AF55-BA9C4A372953}" dt="2023-12-10T17:15:55.164" v="35"/>
          <ac:picMkLst>
            <pc:docMk/>
            <pc:sldMk cId="3603684928" sldId="272"/>
            <ac:picMk id="105" creationId="{F599349E-AC34-BD29-9AB0-7AD1720D9857}"/>
          </ac:picMkLst>
        </pc:picChg>
        <pc:picChg chg="add mod">
          <ac:chgData name="Guest User" userId="" providerId="Windows Live" clId="Web-{E8BAF1EC-3919-4FA6-AF55-BA9C4A372953}" dt="2023-12-10T17:35:32.352" v="620" actId="1076"/>
          <ac:picMkLst>
            <pc:docMk/>
            <pc:sldMk cId="3603684928" sldId="272"/>
            <ac:picMk id="122" creationId="{93FC6990-088C-542A-7DCE-807BF369306F}"/>
          </ac:picMkLst>
        </pc:picChg>
        <pc:cxnChg chg="add del">
          <ac:chgData name="Guest User" userId="" providerId="Windows Live" clId="Web-{E8BAF1EC-3919-4FA6-AF55-BA9C4A372953}" dt="2023-12-10T17:13:01.668" v="3"/>
          <ac:cxnSpMkLst>
            <pc:docMk/>
            <pc:sldMk cId="3603684928" sldId="272"/>
            <ac:cxnSpMk id="89" creationId="{C49DA8F6-BCC1-4447-B54C-57856834B94B}"/>
          </ac:cxnSpMkLst>
        </pc:cxnChg>
        <pc:cxnChg chg="add del">
          <ac:chgData name="Guest User" userId="" providerId="Windows Live" clId="Web-{E8BAF1EC-3919-4FA6-AF55-BA9C4A372953}" dt="2023-12-10T17:13:37.545" v="10"/>
          <ac:cxnSpMkLst>
            <pc:docMk/>
            <pc:sldMk cId="3603684928" sldId="272"/>
            <ac:cxnSpMk id="94" creationId="{23AAC9B5-8015-485C-ACF9-A750390E9A56}"/>
          </ac:cxnSpMkLst>
        </pc:cxnChg>
        <pc:cxnChg chg="add del">
          <ac:chgData name="Guest User" userId="" providerId="Windows Live" clId="Web-{E8BAF1EC-3919-4FA6-AF55-BA9C4A372953}" dt="2023-12-10T17:15:18.630" v="31"/>
          <ac:cxnSpMkLst>
            <pc:docMk/>
            <pc:sldMk cId="3603684928" sldId="272"/>
            <ac:cxnSpMk id="116" creationId="{6CF1BAF6-AD41-4082-B212-8A1F9A2E8779}"/>
          </ac:cxnSpMkLst>
        </pc:cxnChg>
      </pc:sldChg>
      <pc:sldChg chg="addSp delSp modSp new mod setBg">
        <pc:chgData name="Guest User" userId="" providerId="Windows Live" clId="Web-{E8BAF1EC-3919-4FA6-AF55-BA9C4A372953}" dt="2023-12-10T18:17:06.551" v="1649"/>
        <pc:sldMkLst>
          <pc:docMk/>
          <pc:sldMk cId="4194835316" sldId="273"/>
        </pc:sldMkLst>
        <pc:spChg chg="add del">
          <ac:chgData name="Guest User" userId="" providerId="Windows Live" clId="Web-{E8BAF1EC-3919-4FA6-AF55-BA9C4A372953}" dt="2023-12-10T18:01:43.786" v="1375"/>
          <ac:spMkLst>
            <pc:docMk/>
            <pc:sldMk cId="4194835316" sldId="273"/>
            <ac:spMk id="2" creationId="{0821C281-23C9-9509-2049-8A32E32AC2A2}"/>
          </ac:spMkLst>
        </pc:spChg>
        <pc:spChg chg="add del">
          <ac:chgData name="Guest User" userId="" providerId="Windows Live" clId="Web-{E8BAF1EC-3919-4FA6-AF55-BA9C4A372953}" dt="2023-12-10T18:04:26.125" v="1409"/>
          <ac:spMkLst>
            <pc:docMk/>
            <pc:sldMk cId="4194835316" sldId="273"/>
            <ac:spMk id="2" creationId="{0ACF0E07-7E70-AB98-8FC9-6D548883A656}"/>
          </ac:spMkLst>
        </pc:spChg>
        <pc:spChg chg="add del">
          <ac:chgData name="Guest User" userId="" providerId="Windows Live" clId="Web-{E8BAF1EC-3919-4FA6-AF55-BA9C4A372953}" dt="2023-12-10T18:05:40.443" v="1437"/>
          <ac:spMkLst>
            <pc:docMk/>
            <pc:sldMk cId="4194835316" sldId="273"/>
            <ac:spMk id="2" creationId="{2D046C7C-A181-C831-8F38-3680B611F03A}"/>
          </ac:spMkLst>
        </pc:spChg>
        <pc:spChg chg="add del">
          <ac:chgData name="Guest User" userId="" providerId="Windows Live" clId="Web-{E8BAF1EC-3919-4FA6-AF55-BA9C4A372953}" dt="2023-12-10T18:05:33.521" v="1429"/>
          <ac:spMkLst>
            <pc:docMk/>
            <pc:sldMk cId="4194835316" sldId="273"/>
            <ac:spMk id="2" creationId="{435D84CE-32D1-5282-882D-9E3DACB6B3A9}"/>
          </ac:spMkLst>
        </pc:spChg>
        <pc:spChg chg="add del">
          <ac:chgData name="Guest User" userId="" providerId="Windows Live" clId="Web-{E8BAF1EC-3919-4FA6-AF55-BA9C4A372953}" dt="2023-12-10T18:02:58.213" v="1393"/>
          <ac:spMkLst>
            <pc:docMk/>
            <pc:sldMk cId="4194835316" sldId="273"/>
            <ac:spMk id="2" creationId="{589D3052-9F90-F4DE-BFDA-37F4F226D41A}"/>
          </ac:spMkLst>
        </pc:spChg>
        <pc:spChg chg="add del">
          <ac:chgData name="Guest User" userId="" providerId="Windows Live" clId="Web-{E8BAF1EC-3919-4FA6-AF55-BA9C4A372953}" dt="2023-12-10T17:49:35.394" v="899"/>
          <ac:spMkLst>
            <pc:docMk/>
            <pc:sldMk cId="4194835316" sldId="273"/>
            <ac:spMk id="2" creationId="{642F9E7F-E091-929F-6CD7-F8FC7391529D}"/>
          </ac:spMkLst>
        </pc:spChg>
        <pc:spChg chg="add del">
          <ac:chgData name="Guest User" userId="" providerId="Windows Live" clId="Web-{E8BAF1EC-3919-4FA6-AF55-BA9C4A372953}" dt="2023-12-10T18:04:38.189" v="1421"/>
          <ac:spMkLst>
            <pc:docMk/>
            <pc:sldMk cId="4194835316" sldId="273"/>
            <ac:spMk id="2" creationId="{68EB4F06-0DAC-945F-4426-EAC9399471F1}"/>
          </ac:spMkLst>
        </pc:spChg>
        <pc:spChg chg="add del">
          <ac:chgData name="Guest User" userId="" providerId="Windows Live" clId="Web-{E8BAF1EC-3919-4FA6-AF55-BA9C4A372953}" dt="2023-12-10T18:05:37.943" v="1433"/>
          <ac:spMkLst>
            <pc:docMk/>
            <pc:sldMk cId="4194835316" sldId="273"/>
            <ac:spMk id="2" creationId="{6EBD22B6-91EA-7EA6-30AA-14E20F2A344F}"/>
          </ac:spMkLst>
        </pc:spChg>
        <pc:spChg chg="add del">
          <ac:chgData name="Guest User" userId="" providerId="Windows Live" clId="Web-{E8BAF1EC-3919-4FA6-AF55-BA9C4A372953}" dt="2023-12-10T18:05:05.894" v="1425"/>
          <ac:spMkLst>
            <pc:docMk/>
            <pc:sldMk cId="4194835316" sldId="273"/>
            <ac:spMk id="2" creationId="{7172CB64-B1A0-B74D-4BFA-8F6CD733E4A0}"/>
          </ac:spMkLst>
        </pc:spChg>
        <pc:spChg chg="add del">
          <ac:chgData name="Guest User" userId="" providerId="Windows Live" clId="Web-{E8BAF1EC-3919-4FA6-AF55-BA9C4A372953}" dt="2023-12-10T18:08:24.001" v="1535"/>
          <ac:spMkLst>
            <pc:docMk/>
            <pc:sldMk cId="4194835316" sldId="273"/>
            <ac:spMk id="2" creationId="{75160F6A-CF88-2CFD-CA6B-93569B19C9F1}"/>
          </ac:spMkLst>
        </pc:spChg>
        <pc:spChg chg="add del">
          <ac:chgData name="Guest User" userId="" providerId="Windows Live" clId="Web-{E8BAF1EC-3919-4FA6-AF55-BA9C4A372953}" dt="2023-12-10T18:01:48.849" v="1379"/>
          <ac:spMkLst>
            <pc:docMk/>
            <pc:sldMk cId="4194835316" sldId="273"/>
            <ac:spMk id="2" creationId="{8514A641-79A3-5FEB-02F5-89E7676FB6A4}"/>
          </ac:spMkLst>
        </pc:spChg>
        <pc:spChg chg="add del">
          <ac:chgData name="Guest User" userId="" providerId="Windows Live" clId="Web-{E8BAF1EC-3919-4FA6-AF55-BA9C4A372953}" dt="2023-12-10T18:04:35.845" v="1417"/>
          <ac:spMkLst>
            <pc:docMk/>
            <pc:sldMk cId="4194835316" sldId="273"/>
            <ac:spMk id="2" creationId="{98F2B073-93FB-C1CB-9097-765821D39467}"/>
          </ac:spMkLst>
        </pc:spChg>
        <pc:spChg chg="add del">
          <ac:chgData name="Guest User" userId="" providerId="Windows Live" clId="Web-{E8BAF1EC-3919-4FA6-AF55-BA9C4A372953}" dt="2023-12-10T18:17:06.520" v="1646"/>
          <ac:spMkLst>
            <pc:docMk/>
            <pc:sldMk cId="4194835316" sldId="273"/>
            <ac:spMk id="2" creationId="{9A915211-05D6-C52D-34DA-58F8FA43C114}"/>
          </ac:spMkLst>
        </pc:spChg>
        <pc:spChg chg="add del">
          <ac:chgData name="Guest User" userId="" providerId="Windows Live" clId="Web-{E8BAF1EC-3919-4FA6-AF55-BA9C4A372953}" dt="2023-12-10T18:05:43.818" v="1441"/>
          <ac:spMkLst>
            <pc:docMk/>
            <pc:sldMk cId="4194835316" sldId="273"/>
            <ac:spMk id="2" creationId="{A527BAE1-5F73-B20C-E373-6516AE4EE1A0}"/>
          </ac:spMkLst>
        </pc:spChg>
        <pc:spChg chg="add del">
          <ac:chgData name="Guest User" userId="" providerId="Windows Live" clId="Web-{E8BAF1EC-3919-4FA6-AF55-BA9C4A372953}" dt="2023-12-10T18:02:39.040" v="1389"/>
          <ac:spMkLst>
            <pc:docMk/>
            <pc:sldMk cId="4194835316" sldId="273"/>
            <ac:spMk id="2" creationId="{B446F1CD-EB23-8CE7-CDF0-07569D0FBD33}"/>
          </ac:spMkLst>
        </pc:spChg>
        <pc:spChg chg="add del">
          <ac:chgData name="Guest User" userId="" providerId="Windows Live" clId="Web-{E8BAF1EC-3919-4FA6-AF55-BA9C4A372953}" dt="2023-12-10T18:01:25.379" v="1371"/>
          <ac:spMkLst>
            <pc:docMk/>
            <pc:sldMk cId="4194835316" sldId="273"/>
            <ac:spMk id="2" creationId="{C010644E-5BCD-D4DE-B673-F20D526CF53D}"/>
          </ac:spMkLst>
        </pc:spChg>
        <pc:spChg chg="add del">
          <ac:chgData name="Guest User" userId="" providerId="Windows Live" clId="Web-{E8BAF1EC-3919-4FA6-AF55-BA9C4A372953}" dt="2023-12-10T18:02:21.851" v="1385"/>
          <ac:spMkLst>
            <pc:docMk/>
            <pc:sldMk cId="4194835316" sldId="273"/>
            <ac:spMk id="2" creationId="{C197AED0-251A-4194-59DE-62FF31C0412A}"/>
          </ac:spMkLst>
        </pc:spChg>
        <pc:spChg chg="add del">
          <ac:chgData name="Guest User" userId="" providerId="Windows Live" clId="Web-{E8BAF1EC-3919-4FA6-AF55-BA9C4A372953}" dt="2023-12-10T18:04:22.594" v="1405"/>
          <ac:spMkLst>
            <pc:docMk/>
            <pc:sldMk cId="4194835316" sldId="273"/>
            <ac:spMk id="2" creationId="{C43C3554-D0B2-3238-A332-2F29D9C661AF}"/>
          </ac:spMkLst>
        </pc:spChg>
        <pc:spChg chg="add del">
          <ac:chgData name="Guest User" userId="" providerId="Windows Live" clId="Web-{E8BAF1EC-3919-4FA6-AF55-BA9C4A372953}" dt="2023-12-10T18:17:02.801" v="1642"/>
          <ac:spMkLst>
            <pc:docMk/>
            <pc:sldMk cId="4194835316" sldId="273"/>
            <ac:spMk id="2" creationId="{CAACA6A3-9960-AA87-9E93-9FC638024F47}"/>
          </ac:spMkLst>
        </pc:spChg>
        <pc:spChg chg="add del">
          <ac:chgData name="Guest User" userId="" providerId="Windows Live" clId="Web-{E8BAF1EC-3919-4FA6-AF55-BA9C4A372953}" dt="2023-12-10T18:16:44.815" v="1638"/>
          <ac:spMkLst>
            <pc:docMk/>
            <pc:sldMk cId="4194835316" sldId="273"/>
            <ac:spMk id="2" creationId="{DD26E4F3-21B2-C97C-D508-8691DDEE9BD6}"/>
          </ac:spMkLst>
        </pc:spChg>
        <pc:spChg chg="add del">
          <ac:chgData name="Guest User" userId="" providerId="Windows Live" clId="Web-{E8BAF1EC-3919-4FA6-AF55-BA9C4A372953}" dt="2023-12-10T18:04:31.360" v="1413"/>
          <ac:spMkLst>
            <pc:docMk/>
            <pc:sldMk cId="4194835316" sldId="273"/>
            <ac:spMk id="2" creationId="{EDA878E7-E738-D12C-F1EF-DC77676BFBB5}"/>
          </ac:spMkLst>
        </pc:spChg>
        <pc:spChg chg="add del">
          <ac:chgData name="Guest User" userId="" providerId="Windows Live" clId="Web-{E8BAF1EC-3919-4FA6-AF55-BA9C4A372953}" dt="2023-12-10T18:05:37.943" v="1433"/>
          <ac:spMkLst>
            <pc:docMk/>
            <pc:sldMk cId="4194835316" sldId="273"/>
            <ac:spMk id="3" creationId="{110C50E0-0896-2AAC-9579-4C2BB950787B}"/>
          </ac:spMkLst>
        </pc:spChg>
        <pc:spChg chg="add del">
          <ac:chgData name="Guest User" userId="" providerId="Windows Live" clId="Web-{E8BAF1EC-3919-4FA6-AF55-BA9C4A372953}" dt="2023-12-10T18:04:31.360" v="1413"/>
          <ac:spMkLst>
            <pc:docMk/>
            <pc:sldMk cId="4194835316" sldId="273"/>
            <ac:spMk id="3" creationId="{1E6B5E2A-2508-B4FD-5A7F-2B41968D1AC3}"/>
          </ac:spMkLst>
        </pc:spChg>
        <pc:spChg chg="add del">
          <ac:chgData name="Guest User" userId="" providerId="Windows Live" clId="Web-{E8BAF1EC-3919-4FA6-AF55-BA9C4A372953}" dt="2023-12-10T18:04:35.845" v="1417"/>
          <ac:spMkLst>
            <pc:docMk/>
            <pc:sldMk cId="4194835316" sldId="273"/>
            <ac:spMk id="3" creationId="{402773CE-0CC0-E7D1-0BBD-86941E003699}"/>
          </ac:spMkLst>
        </pc:spChg>
        <pc:spChg chg="add del">
          <ac:chgData name="Guest User" userId="" providerId="Windows Live" clId="Web-{E8BAF1EC-3919-4FA6-AF55-BA9C4A372953}" dt="2023-12-10T18:05:05.894" v="1425"/>
          <ac:spMkLst>
            <pc:docMk/>
            <pc:sldMk cId="4194835316" sldId="273"/>
            <ac:spMk id="3" creationId="{57663F28-BB73-7AD4-95F4-18B570494193}"/>
          </ac:spMkLst>
        </pc:spChg>
        <pc:spChg chg="add del">
          <ac:chgData name="Guest User" userId="" providerId="Windows Live" clId="Web-{E8BAF1EC-3919-4FA6-AF55-BA9C4A372953}" dt="2023-12-10T18:02:39.040" v="1389"/>
          <ac:spMkLst>
            <pc:docMk/>
            <pc:sldMk cId="4194835316" sldId="273"/>
            <ac:spMk id="3" creationId="{7C843E0D-BEED-3D45-8DDE-69D4798B1080}"/>
          </ac:spMkLst>
        </pc:spChg>
        <pc:spChg chg="add del">
          <ac:chgData name="Guest User" userId="" providerId="Windows Live" clId="Web-{E8BAF1EC-3919-4FA6-AF55-BA9C4A372953}" dt="2023-12-10T18:01:43.786" v="1375"/>
          <ac:spMkLst>
            <pc:docMk/>
            <pc:sldMk cId="4194835316" sldId="273"/>
            <ac:spMk id="3" creationId="{81ECC71B-A7BB-12CB-BE33-56432DF6E856}"/>
          </ac:spMkLst>
        </pc:spChg>
        <pc:spChg chg="add del">
          <ac:chgData name="Guest User" userId="" providerId="Windows Live" clId="Web-{E8BAF1EC-3919-4FA6-AF55-BA9C4A372953}" dt="2023-12-10T18:04:22.594" v="1405"/>
          <ac:spMkLst>
            <pc:docMk/>
            <pc:sldMk cId="4194835316" sldId="273"/>
            <ac:spMk id="3" creationId="{8418DBE9-0227-777E-3B85-F9B63EE0751A}"/>
          </ac:spMkLst>
        </pc:spChg>
        <pc:spChg chg="add del">
          <ac:chgData name="Guest User" userId="" providerId="Windows Live" clId="Web-{E8BAF1EC-3919-4FA6-AF55-BA9C4A372953}" dt="2023-12-10T18:05:40.443" v="1437"/>
          <ac:spMkLst>
            <pc:docMk/>
            <pc:sldMk cId="4194835316" sldId="273"/>
            <ac:spMk id="3" creationId="{A5141A2A-D929-229E-D08D-E5A5C0675F3C}"/>
          </ac:spMkLst>
        </pc:spChg>
        <pc:spChg chg="add del">
          <ac:chgData name="Guest User" userId="" providerId="Windows Live" clId="Web-{E8BAF1EC-3919-4FA6-AF55-BA9C4A372953}" dt="2023-12-10T18:02:21.851" v="1385"/>
          <ac:spMkLst>
            <pc:docMk/>
            <pc:sldMk cId="4194835316" sldId="273"/>
            <ac:spMk id="3" creationId="{AF5CBE5C-41C4-6FD8-1D65-D7614041B7C0}"/>
          </ac:spMkLst>
        </pc:spChg>
        <pc:spChg chg="add del">
          <ac:chgData name="Guest User" userId="" providerId="Windows Live" clId="Web-{E8BAF1EC-3919-4FA6-AF55-BA9C4A372953}" dt="2023-12-10T18:04:38.189" v="1421"/>
          <ac:spMkLst>
            <pc:docMk/>
            <pc:sldMk cId="4194835316" sldId="273"/>
            <ac:spMk id="3" creationId="{C00F4E51-814D-0B6F-A1BD-50E9700597A0}"/>
          </ac:spMkLst>
        </pc:spChg>
        <pc:spChg chg="add del">
          <ac:chgData name="Guest User" userId="" providerId="Windows Live" clId="Web-{E8BAF1EC-3919-4FA6-AF55-BA9C4A372953}" dt="2023-12-10T18:02:58.213" v="1393"/>
          <ac:spMkLst>
            <pc:docMk/>
            <pc:sldMk cId="4194835316" sldId="273"/>
            <ac:spMk id="3" creationId="{C2EF7910-53E5-77A6-28B2-8A5C1E62927F}"/>
          </ac:spMkLst>
        </pc:spChg>
        <pc:spChg chg="add del">
          <ac:chgData name="Guest User" userId="" providerId="Windows Live" clId="Web-{E8BAF1EC-3919-4FA6-AF55-BA9C4A372953}" dt="2023-12-10T18:01:48.849" v="1379"/>
          <ac:spMkLst>
            <pc:docMk/>
            <pc:sldMk cId="4194835316" sldId="273"/>
            <ac:spMk id="3" creationId="{C3F67CA8-6D2B-C8E0-4539-5441A11E7864}"/>
          </ac:spMkLst>
        </pc:spChg>
        <pc:spChg chg="add del">
          <ac:chgData name="Guest User" userId="" providerId="Windows Live" clId="Web-{E8BAF1EC-3919-4FA6-AF55-BA9C4A372953}" dt="2023-12-10T18:05:33.521" v="1429"/>
          <ac:spMkLst>
            <pc:docMk/>
            <pc:sldMk cId="4194835316" sldId="273"/>
            <ac:spMk id="3" creationId="{C515C43E-ADC7-4AD2-A194-1AA923D65DF2}"/>
          </ac:spMkLst>
        </pc:spChg>
        <pc:spChg chg="add del">
          <ac:chgData name="Guest User" userId="" providerId="Windows Live" clId="Web-{E8BAF1EC-3919-4FA6-AF55-BA9C4A372953}" dt="2023-12-10T18:05:43.818" v="1441"/>
          <ac:spMkLst>
            <pc:docMk/>
            <pc:sldMk cId="4194835316" sldId="273"/>
            <ac:spMk id="3" creationId="{D3D66984-A394-9953-88A6-26DA48CA73FB}"/>
          </ac:spMkLst>
        </pc:spChg>
        <pc:spChg chg="add del">
          <ac:chgData name="Guest User" userId="" providerId="Windows Live" clId="Web-{E8BAF1EC-3919-4FA6-AF55-BA9C4A372953}" dt="2023-12-10T18:01:25.379" v="1371"/>
          <ac:spMkLst>
            <pc:docMk/>
            <pc:sldMk cId="4194835316" sldId="273"/>
            <ac:spMk id="3" creationId="{DBC8BCE3-566B-9F7C-EC15-382593A04CC7}"/>
          </ac:spMkLst>
        </pc:spChg>
        <pc:spChg chg="add del">
          <ac:chgData name="Guest User" userId="" providerId="Windows Live" clId="Web-{E8BAF1EC-3919-4FA6-AF55-BA9C4A372953}" dt="2023-12-10T18:04:26.125" v="1409"/>
          <ac:spMkLst>
            <pc:docMk/>
            <pc:sldMk cId="4194835316" sldId="273"/>
            <ac:spMk id="3" creationId="{E7460C13-72BC-F8EA-2298-D3B19CA89B9A}"/>
          </ac:spMkLst>
        </pc:spChg>
        <pc:spChg chg="add del">
          <ac:chgData name="Guest User" userId="" providerId="Windows Live" clId="Web-{E8BAF1EC-3919-4FA6-AF55-BA9C4A372953}" dt="2023-12-10T18:08:24.001" v="1535"/>
          <ac:spMkLst>
            <pc:docMk/>
            <pc:sldMk cId="4194835316" sldId="273"/>
            <ac:spMk id="3" creationId="{F2FD34B4-A961-82D4-AC19-F81E35722BC4}"/>
          </ac:spMkLst>
        </pc:spChg>
        <pc:spChg chg="add del mod">
          <ac:chgData name="Guest User" userId="" providerId="Windows Live" clId="Web-{E8BAF1EC-3919-4FA6-AF55-BA9C4A372953}" dt="2023-12-10T18:17:06.551" v="1649"/>
          <ac:spMkLst>
            <pc:docMk/>
            <pc:sldMk cId="4194835316" sldId="273"/>
            <ac:spMk id="3" creationId="{F47A3F16-BAE3-A9E7-199E-78C3E50F7C77}"/>
          </ac:spMkLst>
        </pc:spChg>
        <pc:spChg chg="add del">
          <ac:chgData name="Guest User" userId="" providerId="Windows Live" clId="Web-{E8BAF1EC-3919-4FA6-AF55-BA9C4A372953}" dt="2023-12-10T18:00:55.595" v="1367"/>
          <ac:spMkLst>
            <pc:docMk/>
            <pc:sldMk cId="4194835316" sldId="273"/>
            <ac:spMk id="6" creationId="{04812C46-200A-4DEB-A05E-3ED6C68C2387}"/>
          </ac:spMkLst>
        </pc:spChg>
        <pc:spChg chg="add del">
          <ac:chgData name="Guest User" userId="" providerId="Windows Live" clId="Web-{E8BAF1EC-3919-4FA6-AF55-BA9C4A372953}" dt="2023-12-10T18:00:55.595" v="1367"/>
          <ac:spMkLst>
            <pc:docMk/>
            <pc:sldMk cId="4194835316" sldId="273"/>
            <ac:spMk id="8" creationId="{D1EA859B-E555-4109-94F3-6700E046E008}"/>
          </ac:spMkLst>
        </pc:spChg>
        <pc:spChg chg="add del">
          <ac:chgData name="Guest User" userId="" providerId="Windows Live" clId="Web-{E8BAF1EC-3919-4FA6-AF55-BA9C4A372953}" dt="2023-12-10T17:49:35.394" v="899"/>
          <ac:spMkLst>
            <pc:docMk/>
            <pc:sldMk cId="4194835316" sldId="273"/>
            <ac:spMk id="9" creationId="{37C89E4B-3C9F-44B9-8B86-D9E3D112D8EC}"/>
          </ac:spMkLst>
        </pc:spChg>
        <pc:spChg chg="add del mod replId">
          <ac:chgData name="Guest User" userId="" providerId="Windows Live" clId="Web-{E8BAF1EC-3919-4FA6-AF55-BA9C4A372953}" dt="2023-12-10T17:55:04.353" v="1110"/>
          <ac:spMkLst>
            <pc:docMk/>
            <pc:sldMk cId="4194835316" sldId="273"/>
            <ac:spMk id="9" creationId="{80539E82-3889-F815-E18C-98647127E27A}"/>
          </ac:spMkLst>
        </pc:spChg>
        <pc:spChg chg="add del mod replId">
          <ac:chgData name="Guest User" userId="" providerId="Windows Live" clId="Web-{E8BAF1EC-3919-4FA6-AF55-BA9C4A372953}" dt="2023-12-10T17:55:04.353" v="1110"/>
          <ac:spMkLst>
            <pc:docMk/>
            <pc:sldMk cId="4194835316" sldId="273"/>
            <ac:spMk id="10" creationId="{8D755286-2BAE-D551-CC10-8C685A5AF086}"/>
          </ac:spMkLst>
        </pc:spChg>
        <pc:spChg chg="add del mod replId">
          <ac:chgData name="Guest User" userId="" providerId="Windows Live" clId="Web-{E8BAF1EC-3919-4FA6-AF55-BA9C4A372953}" dt="2023-12-10T18:00:55.595" v="1367"/>
          <ac:spMkLst>
            <pc:docMk/>
            <pc:sldMk cId="4194835316" sldId="273"/>
            <ac:spMk id="16" creationId="{02A6A7C4-6ECD-FE96-2ACB-F8B4002E8BD0}"/>
          </ac:spMkLst>
        </pc:spChg>
        <pc:spChg chg="add del mod replId">
          <ac:chgData name="Guest User" userId="" providerId="Windows Live" clId="Web-{E8BAF1EC-3919-4FA6-AF55-BA9C4A372953}" dt="2023-12-10T18:00:55.595" v="1367"/>
          <ac:spMkLst>
            <pc:docMk/>
            <pc:sldMk cId="4194835316" sldId="273"/>
            <ac:spMk id="17" creationId="{0BD4012A-5D88-DA76-0F78-8E5C0EFA3B6B}"/>
          </ac:spMkLst>
        </pc:spChg>
        <pc:spChg chg="add del">
          <ac:chgData name="Guest User" userId="" providerId="Windows Live" clId="Web-{E8BAF1EC-3919-4FA6-AF55-BA9C4A372953}" dt="2023-12-10T18:01:25.379" v="1371"/>
          <ac:spMkLst>
            <pc:docMk/>
            <pc:sldMk cId="4194835316" sldId="273"/>
            <ac:spMk id="20" creationId="{C2554CA6-288E-4202-BC52-2E5A8F0C0AED}"/>
          </ac:spMkLst>
        </pc:spChg>
        <pc:spChg chg="add del">
          <ac:chgData name="Guest User" userId="" providerId="Windows Live" clId="Web-{E8BAF1EC-3919-4FA6-AF55-BA9C4A372953}" dt="2023-12-10T18:02:58.229" v="1396"/>
          <ac:spMkLst>
            <pc:docMk/>
            <pc:sldMk cId="4194835316" sldId="273"/>
            <ac:spMk id="21" creationId="{F13C74B1-5B17-4795-BED0-7140497B445A}"/>
          </ac:spMkLst>
        </pc:spChg>
        <pc:spChg chg="add del">
          <ac:chgData name="Guest User" userId="" providerId="Windows Live" clId="Web-{E8BAF1EC-3919-4FA6-AF55-BA9C4A372953}" dt="2023-12-10T18:01:25.379" v="1371"/>
          <ac:spMkLst>
            <pc:docMk/>
            <pc:sldMk cId="4194835316" sldId="273"/>
            <ac:spMk id="22" creationId="{B10BB131-AC8E-4A8E-A5D1-36260F720C3B}"/>
          </ac:spMkLst>
        </pc:spChg>
        <pc:spChg chg="add del">
          <ac:chgData name="Guest User" userId="" providerId="Windows Live" clId="Web-{E8BAF1EC-3919-4FA6-AF55-BA9C4A372953}" dt="2023-12-10T18:02:58.229" v="1396"/>
          <ac:spMkLst>
            <pc:docMk/>
            <pc:sldMk cId="4194835316" sldId="273"/>
            <ac:spMk id="23" creationId="{D4974D33-8DC5-464E-8C6D-BE58F0669C17}"/>
          </ac:spMkLst>
        </pc:spChg>
        <pc:spChg chg="add del">
          <ac:chgData name="Guest User" userId="" providerId="Windows Live" clId="Web-{E8BAF1EC-3919-4FA6-AF55-BA9C4A372953}" dt="2023-12-10T18:01:25.379" v="1371"/>
          <ac:spMkLst>
            <pc:docMk/>
            <pc:sldMk cId="4194835316" sldId="273"/>
            <ac:spMk id="24" creationId="{5B7778FC-632E-4DCA-A7CB-0D7731CCF970}"/>
          </ac:spMkLst>
        </pc:spChg>
        <pc:spChg chg="add del">
          <ac:chgData name="Guest User" userId="" providerId="Windows Live" clId="Web-{E8BAF1EC-3919-4FA6-AF55-BA9C4A372953}" dt="2023-12-10T18:01:25.379" v="1371"/>
          <ac:spMkLst>
            <pc:docMk/>
            <pc:sldMk cId="4194835316" sldId="273"/>
            <ac:spMk id="26" creationId="{FA23A907-97FB-4A8F-880A-DD77401C4296}"/>
          </ac:spMkLst>
        </pc:spChg>
        <pc:spChg chg="add del">
          <ac:chgData name="Guest User" userId="" providerId="Windows Live" clId="Web-{E8BAF1EC-3919-4FA6-AF55-BA9C4A372953}" dt="2023-12-10T18:01:43.786" v="1375"/>
          <ac:spMkLst>
            <pc:docMk/>
            <pc:sldMk cId="4194835316" sldId="273"/>
            <ac:spMk id="28" creationId="{E3020543-B24B-4EC4-8FFC-8DD88EEA91A8}"/>
          </ac:spMkLst>
        </pc:spChg>
        <pc:spChg chg="add del">
          <ac:chgData name="Guest User" userId="" providerId="Windows Live" clId="Web-{E8BAF1EC-3919-4FA6-AF55-BA9C4A372953}" dt="2023-12-10T18:01:43.786" v="1375"/>
          <ac:spMkLst>
            <pc:docMk/>
            <pc:sldMk cId="4194835316" sldId="273"/>
            <ac:spMk id="29" creationId="{327D73B4-9F5C-4A64-A179-51B9500CB8B5}"/>
          </ac:spMkLst>
        </pc:spChg>
        <pc:spChg chg="add del">
          <ac:chgData name="Guest User" userId="" providerId="Windows Live" clId="Web-{E8BAF1EC-3919-4FA6-AF55-BA9C4A372953}" dt="2023-12-10T18:01:43.786" v="1375"/>
          <ac:spMkLst>
            <pc:docMk/>
            <pc:sldMk cId="4194835316" sldId="273"/>
            <ac:spMk id="31" creationId="{C1F06963-6374-4B48-844F-071A9BAAAE02}"/>
          </ac:spMkLst>
        </pc:spChg>
        <pc:spChg chg="add del">
          <ac:chgData name="Guest User" userId="" providerId="Windows Live" clId="Web-{E8BAF1EC-3919-4FA6-AF55-BA9C4A372953}" dt="2023-12-10T18:01:43.786" v="1375"/>
          <ac:spMkLst>
            <pc:docMk/>
            <pc:sldMk cId="4194835316" sldId="273"/>
            <ac:spMk id="32" creationId="{6CB927A4-E432-4310-9CD5-E89FF5063179}"/>
          </ac:spMkLst>
        </pc:spChg>
        <pc:spChg chg="add del">
          <ac:chgData name="Guest User" userId="" providerId="Windows Live" clId="Web-{E8BAF1EC-3919-4FA6-AF55-BA9C4A372953}" dt="2023-12-10T18:01:43.786" v="1375"/>
          <ac:spMkLst>
            <pc:docMk/>
            <pc:sldMk cId="4194835316" sldId="273"/>
            <ac:spMk id="33" creationId="{1453BF6C-B012-48B7-B4E8-6D7AC7C27D02}"/>
          </ac:spMkLst>
        </pc:spChg>
        <pc:spChg chg="add del">
          <ac:chgData name="Guest User" userId="" providerId="Windows Live" clId="Web-{E8BAF1EC-3919-4FA6-AF55-BA9C4A372953}" dt="2023-12-10T18:01:48.849" v="1379"/>
          <ac:spMkLst>
            <pc:docMk/>
            <pc:sldMk cId="4194835316" sldId="273"/>
            <ac:spMk id="36" creationId="{E92FEB64-6EEA-4759-B4A4-BD2C1E660BA8}"/>
          </ac:spMkLst>
        </pc:spChg>
        <pc:spChg chg="add del">
          <ac:chgData name="Guest User" userId="" providerId="Windows Live" clId="Web-{E8BAF1EC-3919-4FA6-AF55-BA9C4A372953}" dt="2023-12-10T18:01:48.849" v="1379"/>
          <ac:spMkLst>
            <pc:docMk/>
            <pc:sldMk cId="4194835316" sldId="273"/>
            <ac:spMk id="37" creationId="{B10BB131-AC8E-4A8E-A5D1-36260F720C3B}"/>
          </ac:spMkLst>
        </pc:spChg>
        <pc:spChg chg="add del">
          <ac:chgData name="Guest User" userId="" providerId="Windows Live" clId="Web-{E8BAF1EC-3919-4FA6-AF55-BA9C4A372953}" dt="2023-12-10T18:01:48.849" v="1379"/>
          <ac:spMkLst>
            <pc:docMk/>
            <pc:sldMk cId="4194835316" sldId="273"/>
            <ac:spMk id="38" creationId="{14847E93-7DC1-4D4B-8829-B19AA7137C50}"/>
          </ac:spMkLst>
        </pc:spChg>
        <pc:spChg chg="add del">
          <ac:chgData name="Guest User" userId="" providerId="Windows Live" clId="Web-{E8BAF1EC-3919-4FA6-AF55-BA9C4A372953}" dt="2023-12-10T18:01:48.849" v="1379"/>
          <ac:spMkLst>
            <pc:docMk/>
            <pc:sldMk cId="4194835316" sldId="273"/>
            <ac:spMk id="39" creationId="{5566D6E1-03A1-4D73-A4E0-35D74D568A04}"/>
          </ac:spMkLst>
        </pc:spChg>
        <pc:spChg chg="add del">
          <ac:chgData name="Guest User" userId="" providerId="Windows Live" clId="Web-{E8BAF1EC-3919-4FA6-AF55-BA9C4A372953}" dt="2023-12-10T18:01:48.849" v="1379"/>
          <ac:spMkLst>
            <pc:docMk/>
            <pc:sldMk cId="4194835316" sldId="273"/>
            <ac:spMk id="40" creationId="{9F835A99-04AC-494A-A572-AFE8413CC938}"/>
          </ac:spMkLst>
        </pc:spChg>
        <pc:spChg chg="add del">
          <ac:chgData name="Guest User" userId="" providerId="Windows Live" clId="Web-{E8BAF1EC-3919-4FA6-AF55-BA9C4A372953}" dt="2023-12-10T18:01:48.849" v="1379"/>
          <ac:spMkLst>
            <pc:docMk/>
            <pc:sldMk cId="4194835316" sldId="273"/>
            <ac:spMk id="41" creationId="{7B786209-1B0B-4CA9-9BDD-F7327066A84D}"/>
          </ac:spMkLst>
        </pc:spChg>
        <pc:spChg chg="add del">
          <ac:chgData name="Guest User" userId="" providerId="Windows Live" clId="Web-{E8BAF1EC-3919-4FA6-AF55-BA9C4A372953}" dt="2023-12-10T18:01:48.849" v="1379"/>
          <ac:spMkLst>
            <pc:docMk/>
            <pc:sldMk cId="4194835316" sldId="273"/>
            <ac:spMk id="42" creationId="{2D2964BB-484D-45AE-AD66-D407D0629652}"/>
          </ac:spMkLst>
        </pc:spChg>
        <pc:spChg chg="add del">
          <ac:chgData name="Guest User" userId="" providerId="Windows Live" clId="Web-{E8BAF1EC-3919-4FA6-AF55-BA9C4A372953}" dt="2023-12-10T18:01:48.849" v="1379"/>
          <ac:spMkLst>
            <pc:docMk/>
            <pc:sldMk cId="4194835316" sldId="273"/>
            <ac:spMk id="43" creationId="{6691AC69-A76E-4DAB-B565-468B6B87ACF3}"/>
          </ac:spMkLst>
        </pc:spChg>
        <pc:spChg chg="add del mod replId">
          <ac:chgData name="Guest User" userId="" providerId="Windows Live" clId="Web-{E8BAF1EC-3919-4FA6-AF55-BA9C4A372953}" dt="2023-12-10T18:01:48.865" v="1382"/>
          <ac:spMkLst>
            <pc:docMk/>
            <pc:sldMk cId="4194835316" sldId="273"/>
            <ac:spMk id="47" creationId="{42C861CF-3DE4-B0AF-B869-F6DDB5CCDBB8}"/>
          </ac:spMkLst>
        </pc:spChg>
        <pc:spChg chg="add del mod replId">
          <ac:chgData name="Guest User" userId="" providerId="Windows Live" clId="Web-{E8BAF1EC-3919-4FA6-AF55-BA9C4A372953}" dt="2023-12-10T18:01:48.865" v="1382"/>
          <ac:spMkLst>
            <pc:docMk/>
            <pc:sldMk cId="4194835316" sldId="273"/>
            <ac:spMk id="48" creationId="{F1A176F5-EFF7-1CFC-A5AB-3A180CDCF36A}"/>
          </ac:spMkLst>
        </pc:spChg>
        <pc:spChg chg="add del">
          <ac:chgData name="Guest User" userId="" providerId="Windows Live" clId="Web-{E8BAF1EC-3919-4FA6-AF55-BA9C4A372953}" dt="2023-12-10T18:02:21.851" v="1385"/>
          <ac:spMkLst>
            <pc:docMk/>
            <pc:sldMk cId="4194835316" sldId="273"/>
            <ac:spMk id="51" creationId="{04812C46-200A-4DEB-A05E-3ED6C68C2387}"/>
          </ac:spMkLst>
        </pc:spChg>
        <pc:spChg chg="add del">
          <ac:chgData name="Guest User" userId="" providerId="Windows Live" clId="Web-{E8BAF1EC-3919-4FA6-AF55-BA9C4A372953}" dt="2023-12-10T18:02:21.851" v="1385"/>
          <ac:spMkLst>
            <pc:docMk/>
            <pc:sldMk cId="4194835316" sldId="273"/>
            <ac:spMk id="53" creationId="{D1EA859B-E555-4109-94F3-6700E046E008}"/>
          </ac:spMkLst>
        </pc:spChg>
        <pc:spChg chg="add del">
          <ac:chgData name="Guest User" userId="" providerId="Windows Live" clId="Web-{E8BAF1EC-3919-4FA6-AF55-BA9C4A372953}" dt="2023-12-10T18:02:39.040" v="1389"/>
          <ac:spMkLst>
            <pc:docMk/>
            <pc:sldMk cId="4194835316" sldId="273"/>
            <ac:spMk id="55" creationId="{362810D9-2C5A-477D-949C-C191895477F3}"/>
          </ac:spMkLst>
        </pc:spChg>
        <pc:spChg chg="add del">
          <ac:chgData name="Guest User" userId="" providerId="Windows Live" clId="Web-{E8BAF1EC-3919-4FA6-AF55-BA9C4A372953}" dt="2023-12-10T18:02:39.040" v="1389"/>
          <ac:spMkLst>
            <pc:docMk/>
            <pc:sldMk cId="4194835316" sldId="273"/>
            <ac:spMk id="56" creationId="{081E4A58-353D-44AE-B2FC-2A74E2E400F7}"/>
          </ac:spMkLst>
        </pc:spChg>
        <pc:spChg chg="add del">
          <ac:chgData name="Guest User" userId="" providerId="Windows Live" clId="Web-{E8BAF1EC-3919-4FA6-AF55-BA9C4A372953}" dt="2023-12-10T18:05:43.834" v="1444"/>
          <ac:spMkLst>
            <pc:docMk/>
            <pc:sldMk cId="4194835316" sldId="273"/>
            <ac:spMk id="57" creationId="{7A5F0580-5EE9-419F-96EE-B6529EF6E7D0}"/>
          </ac:spMkLst>
        </pc:spChg>
        <pc:spChg chg="add del">
          <ac:chgData name="Guest User" userId="" providerId="Windows Live" clId="Web-{E8BAF1EC-3919-4FA6-AF55-BA9C4A372953}" dt="2023-12-10T18:02:58.213" v="1393"/>
          <ac:spMkLst>
            <pc:docMk/>
            <pc:sldMk cId="4194835316" sldId="273"/>
            <ac:spMk id="60" creationId="{04812C46-200A-4DEB-A05E-3ED6C68C2387}"/>
          </ac:spMkLst>
        </pc:spChg>
        <pc:spChg chg="add del">
          <ac:chgData name="Guest User" userId="" providerId="Windows Live" clId="Web-{E8BAF1EC-3919-4FA6-AF55-BA9C4A372953}" dt="2023-12-10T18:02:58.213" v="1393"/>
          <ac:spMkLst>
            <pc:docMk/>
            <pc:sldMk cId="4194835316" sldId="273"/>
            <ac:spMk id="61" creationId="{D1EA859B-E555-4109-94F3-6700E046E008}"/>
          </ac:spMkLst>
        </pc:spChg>
        <pc:spChg chg="add del">
          <ac:chgData name="Guest User" userId="" providerId="Windows Live" clId="Web-{E8BAF1EC-3919-4FA6-AF55-BA9C4A372953}" dt="2023-12-10T18:05:43.834" v="1444"/>
          <ac:spMkLst>
            <pc:docMk/>
            <pc:sldMk cId="4194835316" sldId="273"/>
            <ac:spMk id="65" creationId="{94E4D846-3AFC-4F86-8C35-24B0542A269D}"/>
          </ac:spMkLst>
        </pc:spChg>
        <pc:spChg chg="add del">
          <ac:chgData name="Guest User" userId="" providerId="Windows Live" clId="Web-{E8BAF1EC-3919-4FA6-AF55-BA9C4A372953}" dt="2023-12-10T18:05:43.834" v="1444"/>
          <ac:spMkLst>
            <pc:docMk/>
            <pc:sldMk cId="4194835316" sldId="273"/>
            <ac:spMk id="66" creationId="{284781B9-12CB-45C3-907A-9ED93FF72C65}"/>
          </ac:spMkLst>
        </pc:spChg>
        <pc:spChg chg="add del">
          <ac:chgData name="Guest User" userId="" providerId="Windows Live" clId="Web-{E8BAF1EC-3919-4FA6-AF55-BA9C4A372953}" dt="2023-12-10T18:05:43.834" v="1444"/>
          <ac:spMkLst>
            <pc:docMk/>
            <pc:sldMk cId="4194835316" sldId="273"/>
            <ac:spMk id="67" creationId="{55D4142C-5077-457F-A6AD-3FECFDB39685}"/>
          </ac:spMkLst>
        </pc:spChg>
        <pc:spChg chg="add del mod replId">
          <ac:chgData name="Guest User" userId="" providerId="Windows Live" clId="Web-{E8BAF1EC-3919-4FA6-AF55-BA9C4A372953}" dt="2023-12-10T18:02:58.229" v="1396"/>
          <ac:spMkLst>
            <pc:docMk/>
            <pc:sldMk cId="4194835316" sldId="273"/>
            <ac:spMk id="68" creationId="{ACB095B3-0939-A8FE-A62E-157577CFBB27}"/>
          </ac:spMkLst>
        </pc:spChg>
        <pc:spChg chg="add del mod replId">
          <ac:chgData name="Guest User" userId="" providerId="Windows Live" clId="Web-{E8BAF1EC-3919-4FA6-AF55-BA9C4A372953}" dt="2023-12-10T18:02:58.229" v="1396"/>
          <ac:spMkLst>
            <pc:docMk/>
            <pc:sldMk cId="4194835316" sldId="273"/>
            <ac:spMk id="69" creationId="{C81AB57E-ADB3-F61C-9E6B-47556167B544}"/>
          </ac:spMkLst>
        </pc:spChg>
        <pc:spChg chg="add del">
          <ac:chgData name="Guest User" userId="" providerId="Windows Live" clId="Web-{E8BAF1EC-3919-4FA6-AF55-BA9C4A372953}" dt="2023-12-10T18:04:22.594" v="1405"/>
          <ac:spMkLst>
            <pc:docMk/>
            <pc:sldMk cId="4194835316" sldId="273"/>
            <ac:spMk id="72" creationId="{1BB867FF-FC45-48F7-8104-F89BE54909F1}"/>
          </ac:spMkLst>
        </pc:spChg>
        <pc:spChg chg="add del">
          <ac:chgData name="Guest User" userId="" providerId="Windows Live" clId="Web-{E8BAF1EC-3919-4FA6-AF55-BA9C4A372953}" dt="2023-12-10T18:04:31.360" v="1413"/>
          <ac:spMkLst>
            <pc:docMk/>
            <pc:sldMk cId="4194835316" sldId="273"/>
            <ac:spMk id="73" creationId="{AE3A741D-C19B-960A-5803-1C5887147820}"/>
          </ac:spMkLst>
        </pc:spChg>
        <pc:spChg chg="add del">
          <ac:chgData name="Guest User" userId="" providerId="Windows Live" clId="Web-{E8BAF1EC-3919-4FA6-AF55-BA9C4A372953}" dt="2023-12-10T18:04:22.594" v="1405"/>
          <ac:spMkLst>
            <pc:docMk/>
            <pc:sldMk cId="4194835316" sldId="273"/>
            <ac:spMk id="74" creationId="{8BB56887-D0D5-4F0C-9E19-7247EB83C8B7}"/>
          </ac:spMkLst>
        </pc:spChg>
        <pc:spChg chg="add del">
          <ac:chgData name="Guest User" userId="" providerId="Windows Live" clId="Web-{E8BAF1EC-3919-4FA6-AF55-BA9C4A372953}" dt="2023-12-10T18:04:31.360" v="1413"/>
          <ac:spMkLst>
            <pc:docMk/>
            <pc:sldMk cId="4194835316" sldId="273"/>
            <ac:spMk id="75" creationId="{DC39DE25-0E4E-0AA7-0932-1D78C2372786}"/>
          </ac:spMkLst>
        </pc:spChg>
        <pc:spChg chg="add del">
          <ac:chgData name="Guest User" userId="" providerId="Windows Live" clId="Web-{E8BAF1EC-3919-4FA6-AF55-BA9C4A372953}" dt="2023-12-10T18:04:22.594" v="1405"/>
          <ac:spMkLst>
            <pc:docMk/>
            <pc:sldMk cId="4194835316" sldId="273"/>
            <ac:spMk id="76" creationId="{081E4A58-353D-44AE-B2FC-2A74E2E400F7}"/>
          </ac:spMkLst>
        </pc:spChg>
        <pc:spChg chg="add del">
          <ac:chgData name="Guest User" userId="" providerId="Windows Live" clId="Web-{E8BAF1EC-3919-4FA6-AF55-BA9C4A372953}" dt="2023-12-10T18:04:31.360" v="1413"/>
          <ac:spMkLst>
            <pc:docMk/>
            <pc:sldMk cId="4194835316" sldId="273"/>
            <ac:spMk id="77" creationId="{8D6EA299-0840-6DEA-E670-C49AEBC87E89}"/>
          </ac:spMkLst>
        </pc:spChg>
        <pc:spChg chg="add del">
          <ac:chgData name="Guest User" userId="" providerId="Windows Live" clId="Web-{E8BAF1EC-3919-4FA6-AF55-BA9C4A372953}" dt="2023-12-10T18:04:26.125" v="1409"/>
          <ac:spMkLst>
            <pc:docMk/>
            <pc:sldMk cId="4194835316" sldId="273"/>
            <ac:spMk id="78" creationId="{D06891CE-5B9C-4B9E-AA78-3A5E25434F86}"/>
          </ac:spMkLst>
        </pc:spChg>
        <pc:spChg chg="add del">
          <ac:chgData name="Guest User" userId="" providerId="Windows Live" clId="Web-{E8BAF1EC-3919-4FA6-AF55-BA9C4A372953}" dt="2023-12-10T18:04:26.125" v="1409"/>
          <ac:spMkLst>
            <pc:docMk/>
            <pc:sldMk cId="4194835316" sldId="273"/>
            <ac:spMk id="79" creationId="{5C8908E2-EE49-44D2-9428-A28D2312A8D5}"/>
          </ac:spMkLst>
        </pc:spChg>
        <pc:spChg chg="add del">
          <ac:chgData name="Guest User" userId="" providerId="Windows Live" clId="Web-{E8BAF1EC-3919-4FA6-AF55-BA9C4A372953}" dt="2023-12-10T18:04:26.125" v="1409"/>
          <ac:spMkLst>
            <pc:docMk/>
            <pc:sldMk cId="4194835316" sldId="273"/>
            <ac:spMk id="80" creationId="{ED888B23-07FA-482A-96DF-47E31AF1A603}"/>
          </ac:spMkLst>
        </pc:spChg>
        <pc:spChg chg="add del">
          <ac:chgData name="Guest User" userId="" providerId="Windows Live" clId="Web-{E8BAF1EC-3919-4FA6-AF55-BA9C4A372953}" dt="2023-12-10T18:04:35.845" v="1417"/>
          <ac:spMkLst>
            <pc:docMk/>
            <pc:sldMk cId="4194835316" sldId="273"/>
            <ac:spMk id="88" creationId="{B34F5AD2-EDBD-4BBD-A55C-EAFFD0C7097A}"/>
          </ac:spMkLst>
        </pc:spChg>
        <pc:spChg chg="add del">
          <ac:chgData name="Guest User" userId="" providerId="Windows Live" clId="Web-{E8BAF1EC-3919-4FA6-AF55-BA9C4A372953}" dt="2023-12-10T18:04:35.845" v="1417"/>
          <ac:spMkLst>
            <pc:docMk/>
            <pc:sldMk cId="4194835316" sldId="273"/>
            <ac:spMk id="89" creationId="{C3896A03-3945-419A-B66B-4EE266EDD152}"/>
          </ac:spMkLst>
        </pc:spChg>
        <pc:spChg chg="add del">
          <ac:chgData name="Guest User" userId="" providerId="Windows Live" clId="Web-{E8BAF1EC-3919-4FA6-AF55-BA9C4A372953}" dt="2023-12-10T18:04:35.845" v="1417"/>
          <ac:spMkLst>
            <pc:docMk/>
            <pc:sldMk cId="4194835316" sldId="273"/>
            <ac:spMk id="90" creationId="{B8EAE243-3A9F-4A46-B0D9-04C723A8A1BD}"/>
          </ac:spMkLst>
        </pc:spChg>
        <pc:spChg chg="add del">
          <ac:chgData name="Guest User" userId="" providerId="Windows Live" clId="Web-{E8BAF1EC-3919-4FA6-AF55-BA9C4A372953}" dt="2023-12-10T18:04:38.189" v="1421"/>
          <ac:spMkLst>
            <pc:docMk/>
            <pc:sldMk cId="4194835316" sldId="273"/>
            <ac:spMk id="93" creationId="{327D73B4-9F5C-4A64-A179-51B9500CB8B5}"/>
          </ac:spMkLst>
        </pc:spChg>
        <pc:spChg chg="add del">
          <ac:chgData name="Guest User" userId="" providerId="Windows Live" clId="Web-{E8BAF1EC-3919-4FA6-AF55-BA9C4A372953}" dt="2023-12-10T18:04:38.189" v="1421"/>
          <ac:spMkLst>
            <pc:docMk/>
            <pc:sldMk cId="4194835316" sldId="273"/>
            <ac:spMk id="94" creationId="{C1F06963-6374-4B48-844F-071A9BAAAE02}"/>
          </ac:spMkLst>
        </pc:spChg>
        <pc:spChg chg="add del">
          <ac:chgData name="Guest User" userId="" providerId="Windows Live" clId="Web-{E8BAF1EC-3919-4FA6-AF55-BA9C4A372953}" dt="2023-12-10T18:04:38.189" v="1421"/>
          <ac:spMkLst>
            <pc:docMk/>
            <pc:sldMk cId="4194835316" sldId="273"/>
            <ac:spMk id="95" creationId="{6CB927A4-E432-4310-9CD5-E89FF5063179}"/>
          </ac:spMkLst>
        </pc:spChg>
        <pc:spChg chg="add del">
          <ac:chgData name="Guest User" userId="" providerId="Windows Live" clId="Web-{E8BAF1EC-3919-4FA6-AF55-BA9C4A372953}" dt="2023-12-10T18:04:38.189" v="1421"/>
          <ac:spMkLst>
            <pc:docMk/>
            <pc:sldMk cId="4194835316" sldId="273"/>
            <ac:spMk id="96" creationId="{1453BF6C-B012-48B7-B4E8-6D7AC7C27D02}"/>
          </ac:spMkLst>
        </pc:spChg>
        <pc:spChg chg="add del">
          <ac:chgData name="Guest User" userId="" providerId="Windows Live" clId="Web-{E8BAF1EC-3919-4FA6-AF55-BA9C4A372953}" dt="2023-12-10T18:04:38.189" v="1421"/>
          <ac:spMkLst>
            <pc:docMk/>
            <pc:sldMk cId="4194835316" sldId="273"/>
            <ac:spMk id="97" creationId="{E3020543-B24B-4EC4-8FFC-8DD88EEA91A8}"/>
          </ac:spMkLst>
        </pc:spChg>
        <pc:spChg chg="add del">
          <ac:chgData name="Guest User" userId="" providerId="Windows Live" clId="Web-{E8BAF1EC-3919-4FA6-AF55-BA9C4A372953}" dt="2023-12-10T18:05:05.894" v="1425"/>
          <ac:spMkLst>
            <pc:docMk/>
            <pc:sldMk cId="4194835316" sldId="273"/>
            <ac:spMk id="100" creationId="{A2679492-7988-4050-9056-542444452411}"/>
          </ac:spMkLst>
        </pc:spChg>
        <pc:spChg chg="add del">
          <ac:chgData name="Guest User" userId="" providerId="Windows Live" clId="Web-{E8BAF1EC-3919-4FA6-AF55-BA9C4A372953}" dt="2023-12-10T18:05:05.894" v="1425"/>
          <ac:spMkLst>
            <pc:docMk/>
            <pc:sldMk cId="4194835316" sldId="273"/>
            <ac:spMk id="101" creationId="{B091B163-7D61-4891-ABCF-5C13D9C418D0}"/>
          </ac:spMkLst>
        </pc:spChg>
        <pc:spChg chg="add del">
          <ac:chgData name="Guest User" userId="" providerId="Windows Live" clId="Web-{E8BAF1EC-3919-4FA6-AF55-BA9C4A372953}" dt="2023-12-10T18:05:33.521" v="1429"/>
          <ac:spMkLst>
            <pc:docMk/>
            <pc:sldMk cId="4194835316" sldId="273"/>
            <ac:spMk id="109" creationId="{70DFC902-7D23-471A-B557-B6B6917D7A0D}"/>
          </ac:spMkLst>
        </pc:spChg>
        <pc:spChg chg="add del">
          <ac:chgData name="Guest User" userId="" providerId="Windows Live" clId="Web-{E8BAF1EC-3919-4FA6-AF55-BA9C4A372953}" dt="2023-12-10T18:05:33.521" v="1429"/>
          <ac:spMkLst>
            <pc:docMk/>
            <pc:sldMk cId="4194835316" sldId="273"/>
            <ac:spMk id="110" creationId="{A55D5633-D557-4DCA-982C-FF36EB7A1C00}"/>
          </ac:spMkLst>
        </pc:spChg>
        <pc:spChg chg="add del">
          <ac:chgData name="Guest User" userId="" providerId="Windows Live" clId="Web-{E8BAF1EC-3919-4FA6-AF55-BA9C4A372953}" dt="2023-12-10T18:05:33.521" v="1429"/>
          <ac:spMkLst>
            <pc:docMk/>
            <pc:sldMk cId="4194835316" sldId="273"/>
            <ac:spMk id="111" creationId="{450D3AD2-FA80-415F-A9CE-54D884561CD7}"/>
          </ac:spMkLst>
        </pc:spChg>
        <pc:spChg chg="add del">
          <ac:chgData name="Guest User" userId="" providerId="Windows Live" clId="Web-{E8BAF1EC-3919-4FA6-AF55-BA9C4A372953}" dt="2023-12-10T18:05:37.943" v="1433"/>
          <ac:spMkLst>
            <pc:docMk/>
            <pc:sldMk cId="4194835316" sldId="273"/>
            <ac:spMk id="114" creationId="{A61E7EDE-CB4A-402F-B0FB-8640C3589105}"/>
          </ac:spMkLst>
        </pc:spChg>
        <pc:spChg chg="add del">
          <ac:chgData name="Guest User" userId="" providerId="Windows Live" clId="Web-{E8BAF1EC-3919-4FA6-AF55-BA9C4A372953}" dt="2023-12-10T18:05:37.943" v="1433"/>
          <ac:spMkLst>
            <pc:docMk/>
            <pc:sldMk cId="4194835316" sldId="273"/>
            <ac:spMk id="115" creationId="{6C2BBEB8-4077-499F-80FD-AA9827A8D8B7}"/>
          </ac:spMkLst>
        </pc:spChg>
        <pc:spChg chg="add del">
          <ac:chgData name="Guest User" userId="" providerId="Windows Live" clId="Web-{E8BAF1EC-3919-4FA6-AF55-BA9C4A372953}" dt="2023-12-10T18:05:37.943" v="1433"/>
          <ac:spMkLst>
            <pc:docMk/>
            <pc:sldMk cId="4194835316" sldId="273"/>
            <ac:spMk id="116" creationId="{6F3B7728-0C26-4662-B285-85C645523C10}"/>
          </ac:spMkLst>
        </pc:spChg>
        <pc:spChg chg="add del">
          <ac:chgData name="Guest User" userId="" providerId="Windows Live" clId="Web-{E8BAF1EC-3919-4FA6-AF55-BA9C4A372953}" dt="2023-12-10T18:05:37.943" v="1433"/>
          <ac:spMkLst>
            <pc:docMk/>
            <pc:sldMk cId="4194835316" sldId="273"/>
            <ac:spMk id="117" creationId="{28C367AD-9838-470A-87EF-678609CC8692}"/>
          </ac:spMkLst>
        </pc:spChg>
        <pc:spChg chg="add del">
          <ac:chgData name="Guest User" userId="" providerId="Windows Live" clId="Web-{E8BAF1EC-3919-4FA6-AF55-BA9C4A372953}" dt="2023-12-10T18:05:37.943" v="1433"/>
          <ac:spMkLst>
            <pc:docMk/>
            <pc:sldMk cId="4194835316" sldId="273"/>
            <ac:spMk id="118" creationId="{B0CF1642-4E76-4223-A010-6334380A22EA}"/>
          </ac:spMkLst>
        </pc:spChg>
        <pc:spChg chg="add del">
          <ac:chgData name="Guest User" userId="" providerId="Windows Live" clId="Web-{E8BAF1EC-3919-4FA6-AF55-BA9C4A372953}" dt="2023-12-10T18:05:40.443" v="1437"/>
          <ac:spMkLst>
            <pc:docMk/>
            <pc:sldMk cId="4194835316" sldId="273"/>
            <ac:spMk id="121" creationId="{4BC99CB9-DDAD-44A2-8A1C-E3AF4E72DF5C}"/>
          </ac:spMkLst>
        </pc:spChg>
        <pc:spChg chg="add del">
          <ac:chgData name="Guest User" userId="" providerId="Windows Live" clId="Web-{E8BAF1EC-3919-4FA6-AF55-BA9C4A372953}" dt="2023-12-10T18:05:40.443" v="1437"/>
          <ac:spMkLst>
            <pc:docMk/>
            <pc:sldMk cId="4194835316" sldId="273"/>
            <ac:spMk id="122" creationId="{64053CBF-3932-45FF-8285-EE5146085F3A}"/>
          </ac:spMkLst>
        </pc:spChg>
        <pc:spChg chg="add del">
          <ac:chgData name="Guest User" userId="" providerId="Windows Live" clId="Web-{E8BAF1EC-3919-4FA6-AF55-BA9C4A372953}" dt="2023-12-10T18:05:43.818" v="1441"/>
          <ac:spMkLst>
            <pc:docMk/>
            <pc:sldMk cId="4194835316" sldId="273"/>
            <ac:spMk id="132" creationId="{DAF1966E-FD40-4A4A-B61B-C4DF7FA05F06}"/>
          </ac:spMkLst>
        </pc:spChg>
        <pc:spChg chg="add del">
          <ac:chgData name="Guest User" userId="" providerId="Windows Live" clId="Web-{E8BAF1EC-3919-4FA6-AF55-BA9C4A372953}" dt="2023-12-10T18:05:43.818" v="1441"/>
          <ac:spMkLst>
            <pc:docMk/>
            <pc:sldMk cId="4194835316" sldId="273"/>
            <ac:spMk id="133" creationId="{047BFA19-D45E-416B-A404-7AF2F3F27017}"/>
          </ac:spMkLst>
        </pc:spChg>
        <pc:spChg chg="add del">
          <ac:chgData name="Guest User" userId="" providerId="Windows Live" clId="Web-{E8BAF1EC-3919-4FA6-AF55-BA9C4A372953}" dt="2023-12-10T18:05:43.818" v="1441"/>
          <ac:spMkLst>
            <pc:docMk/>
            <pc:sldMk cId="4194835316" sldId="273"/>
            <ac:spMk id="134" creationId="{8E0105E7-23DB-4CF2-8258-FF47C7620F6E}"/>
          </ac:spMkLst>
        </pc:spChg>
        <pc:spChg chg="add del">
          <ac:chgData name="Guest User" userId="" providerId="Windows Live" clId="Web-{E8BAF1EC-3919-4FA6-AF55-BA9C4A372953}" dt="2023-12-10T18:05:43.818" v="1441"/>
          <ac:spMkLst>
            <pc:docMk/>
            <pc:sldMk cId="4194835316" sldId="273"/>
            <ac:spMk id="135" creationId="{074B4F7D-14B2-478B-8BF5-01E4E0C5D263}"/>
          </ac:spMkLst>
        </pc:spChg>
        <pc:spChg chg="add del">
          <ac:chgData name="Guest User" userId="" providerId="Windows Live" clId="Web-{E8BAF1EC-3919-4FA6-AF55-BA9C4A372953}" dt="2023-12-10T18:08:24.016" v="1538"/>
          <ac:spMkLst>
            <pc:docMk/>
            <pc:sldMk cId="4194835316" sldId="273"/>
            <ac:spMk id="138" creationId="{081EA652-8C6A-4E69-BEB9-170809474553}"/>
          </ac:spMkLst>
        </pc:spChg>
        <pc:spChg chg="add del">
          <ac:chgData name="Guest User" userId="" providerId="Windows Live" clId="Web-{E8BAF1EC-3919-4FA6-AF55-BA9C4A372953}" dt="2023-12-10T18:08:24.016" v="1538"/>
          <ac:spMkLst>
            <pc:docMk/>
            <pc:sldMk cId="4194835316" sldId="273"/>
            <ac:spMk id="139" creationId="{5298780A-33B9-4EA2-8F67-DE68AD62841B}"/>
          </ac:spMkLst>
        </pc:spChg>
        <pc:spChg chg="add del">
          <ac:chgData name="Guest User" userId="" providerId="Windows Live" clId="Web-{E8BAF1EC-3919-4FA6-AF55-BA9C4A372953}" dt="2023-12-10T18:08:24.016" v="1538"/>
          <ac:spMkLst>
            <pc:docMk/>
            <pc:sldMk cId="4194835316" sldId="273"/>
            <ac:spMk id="140" creationId="{7F488E8B-4E1E-4402-8935-D4E6C02615C7}"/>
          </ac:spMkLst>
        </pc:spChg>
        <pc:spChg chg="add del mod replId">
          <ac:chgData name="Guest User" userId="" providerId="Windows Live" clId="Web-{E8BAF1EC-3919-4FA6-AF55-BA9C4A372953}" dt="2023-12-10T18:05:43.834" v="1444"/>
          <ac:spMkLst>
            <pc:docMk/>
            <pc:sldMk cId="4194835316" sldId="273"/>
            <ac:spMk id="142" creationId="{54767C55-821B-9FA4-1A21-B2BB5876C9FA}"/>
          </ac:spMkLst>
        </pc:spChg>
        <pc:spChg chg="add del mod replId">
          <ac:chgData name="Guest User" userId="" providerId="Windows Live" clId="Web-{E8BAF1EC-3919-4FA6-AF55-BA9C4A372953}" dt="2023-12-10T18:05:43.834" v="1444"/>
          <ac:spMkLst>
            <pc:docMk/>
            <pc:sldMk cId="4194835316" sldId="273"/>
            <ac:spMk id="143" creationId="{A9DB99EA-BEF9-BAAE-1BFC-A5E21C21178E}"/>
          </ac:spMkLst>
        </pc:spChg>
        <pc:spChg chg="add del">
          <ac:chgData name="Guest User" userId="" providerId="Windows Live" clId="Web-{E8BAF1EC-3919-4FA6-AF55-BA9C4A372953}" dt="2023-12-10T18:08:24.001" v="1535"/>
          <ac:spMkLst>
            <pc:docMk/>
            <pc:sldMk cId="4194835316" sldId="273"/>
            <ac:spMk id="146" creationId="{C2554CA6-288E-4202-BC52-2E5A8F0C0AED}"/>
          </ac:spMkLst>
        </pc:spChg>
        <pc:spChg chg="add del">
          <ac:chgData name="Guest User" userId="" providerId="Windows Live" clId="Web-{E8BAF1EC-3919-4FA6-AF55-BA9C4A372953}" dt="2023-12-10T18:08:24.001" v="1535"/>
          <ac:spMkLst>
            <pc:docMk/>
            <pc:sldMk cId="4194835316" sldId="273"/>
            <ac:spMk id="148" creationId="{B10BB131-AC8E-4A8E-A5D1-36260F720C3B}"/>
          </ac:spMkLst>
        </pc:spChg>
        <pc:spChg chg="add del">
          <ac:chgData name="Guest User" userId="" providerId="Windows Live" clId="Web-{E8BAF1EC-3919-4FA6-AF55-BA9C4A372953}" dt="2023-12-10T18:08:24.001" v="1535"/>
          <ac:spMkLst>
            <pc:docMk/>
            <pc:sldMk cId="4194835316" sldId="273"/>
            <ac:spMk id="150" creationId="{5B7778FC-632E-4DCA-A7CB-0D7731CCF970}"/>
          </ac:spMkLst>
        </pc:spChg>
        <pc:spChg chg="add del">
          <ac:chgData name="Guest User" userId="" providerId="Windows Live" clId="Web-{E8BAF1EC-3919-4FA6-AF55-BA9C4A372953}" dt="2023-12-10T18:08:24.001" v="1535"/>
          <ac:spMkLst>
            <pc:docMk/>
            <pc:sldMk cId="4194835316" sldId="273"/>
            <ac:spMk id="152" creationId="{FA23A907-97FB-4A8F-880A-DD77401C4296}"/>
          </ac:spMkLst>
        </pc:spChg>
        <pc:spChg chg="add del">
          <ac:chgData name="Guest User" userId="" providerId="Windows Live" clId="Web-{E8BAF1EC-3919-4FA6-AF55-BA9C4A372953}" dt="2023-12-10T18:17:06.551" v="1649"/>
          <ac:spMkLst>
            <pc:docMk/>
            <pc:sldMk cId="4194835316" sldId="273"/>
            <ac:spMk id="154" creationId="{081EA652-8C6A-4E69-BEB9-170809474553}"/>
          </ac:spMkLst>
        </pc:spChg>
        <pc:spChg chg="add del">
          <ac:chgData name="Guest User" userId="" providerId="Windows Live" clId="Web-{E8BAF1EC-3919-4FA6-AF55-BA9C4A372953}" dt="2023-12-10T18:17:06.551" v="1649"/>
          <ac:spMkLst>
            <pc:docMk/>
            <pc:sldMk cId="4194835316" sldId="273"/>
            <ac:spMk id="155" creationId="{5298780A-33B9-4EA2-8F67-DE68AD62841B}"/>
          </ac:spMkLst>
        </pc:spChg>
        <pc:spChg chg="add del">
          <ac:chgData name="Guest User" userId="" providerId="Windows Live" clId="Web-{E8BAF1EC-3919-4FA6-AF55-BA9C4A372953}" dt="2023-12-10T18:17:06.551" v="1649"/>
          <ac:spMkLst>
            <pc:docMk/>
            <pc:sldMk cId="4194835316" sldId="273"/>
            <ac:spMk id="156" creationId="{7F488E8B-4E1E-4402-8935-D4E6C02615C7}"/>
          </ac:spMkLst>
        </pc:spChg>
        <pc:spChg chg="add del mod replId">
          <ac:chgData name="Guest User" userId="" providerId="Windows Live" clId="Web-{E8BAF1EC-3919-4FA6-AF55-BA9C4A372953}" dt="2023-12-10T18:08:24.016" v="1538"/>
          <ac:spMkLst>
            <pc:docMk/>
            <pc:sldMk cId="4194835316" sldId="273"/>
            <ac:spMk id="158" creationId="{BBFC8C71-57E3-7104-2CA5-FA81653B22DE}"/>
          </ac:spMkLst>
        </pc:spChg>
        <pc:spChg chg="add del mod replId">
          <ac:chgData name="Guest User" userId="" providerId="Windows Live" clId="Web-{E8BAF1EC-3919-4FA6-AF55-BA9C4A372953}" dt="2023-12-10T18:08:24.016" v="1538"/>
          <ac:spMkLst>
            <pc:docMk/>
            <pc:sldMk cId="4194835316" sldId="273"/>
            <ac:spMk id="159" creationId="{83066257-67BC-7C50-B1E5-41D7DF99CFBF}"/>
          </ac:spMkLst>
        </pc:spChg>
        <pc:spChg chg="add del">
          <ac:chgData name="Guest User" userId="" providerId="Windows Live" clId="Web-{E8BAF1EC-3919-4FA6-AF55-BA9C4A372953}" dt="2023-12-10T18:16:35.768" v="1634"/>
          <ac:spMkLst>
            <pc:docMk/>
            <pc:sldMk cId="4194835316" sldId="273"/>
            <ac:spMk id="161" creationId="{56E9B3E6-E277-4D68-BA48-9CB43FFBD6E2}"/>
          </ac:spMkLst>
        </pc:spChg>
        <pc:spChg chg="add del">
          <ac:chgData name="Guest User" userId="" providerId="Windows Live" clId="Web-{E8BAF1EC-3919-4FA6-AF55-BA9C4A372953}" dt="2023-12-10T18:16:10.751" v="1630"/>
          <ac:spMkLst>
            <pc:docMk/>
            <pc:sldMk cId="4194835316" sldId="273"/>
            <ac:spMk id="163" creationId="{56E9B3E6-E277-4D68-BA48-9CB43FFBD6E2}"/>
          </ac:spMkLst>
        </pc:spChg>
        <pc:spChg chg="add del">
          <ac:chgData name="Guest User" userId="" providerId="Windows Live" clId="Web-{E8BAF1EC-3919-4FA6-AF55-BA9C4A372953}" dt="2023-12-10T18:16:35.768" v="1634"/>
          <ac:spMkLst>
            <pc:docMk/>
            <pc:sldMk cId="4194835316" sldId="273"/>
            <ac:spMk id="164" creationId="{D5B0017B-2ECA-49AF-B397-DC140825DF8D}"/>
          </ac:spMkLst>
        </pc:spChg>
        <pc:spChg chg="add del">
          <ac:chgData name="Guest User" userId="" providerId="Windows Live" clId="Web-{E8BAF1EC-3919-4FA6-AF55-BA9C4A372953}" dt="2023-12-10T18:16:10.751" v="1630"/>
          <ac:spMkLst>
            <pc:docMk/>
            <pc:sldMk cId="4194835316" sldId="273"/>
            <ac:spMk id="170" creationId="{D5B0017B-2ECA-49AF-B397-DC140825DF8D}"/>
          </ac:spMkLst>
        </pc:spChg>
        <pc:spChg chg="add del">
          <ac:chgData name="Guest User" userId="" providerId="Windows Live" clId="Web-{E8BAF1EC-3919-4FA6-AF55-BA9C4A372953}" dt="2023-12-10T18:16:44.815" v="1638"/>
          <ac:spMkLst>
            <pc:docMk/>
            <pc:sldMk cId="4194835316" sldId="273"/>
            <ac:spMk id="173" creationId="{18873D23-2DCF-4B31-A009-95721C06E8E1}"/>
          </ac:spMkLst>
        </pc:spChg>
        <pc:spChg chg="add del">
          <ac:chgData name="Guest User" userId="" providerId="Windows Live" clId="Web-{E8BAF1EC-3919-4FA6-AF55-BA9C4A372953}" dt="2023-12-10T18:16:44.815" v="1638"/>
          <ac:spMkLst>
            <pc:docMk/>
            <pc:sldMk cId="4194835316" sldId="273"/>
            <ac:spMk id="174" creationId="{C13EF075-D4EF-4929-ADBC-91B27DA19955}"/>
          </ac:spMkLst>
        </pc:spChg>
        <pc:spChg chg="add del">
          <ac:chgData name="Guest User" userId="" providerId="Windows Live" clId="Web-{E8BAF1EC-3919-4FA6-AF55-BA9C4A372953}" dt="2023-12-10T18:16:44.815" v="1638"/>
          <ac:spMkLst>
            <pc:docMk/>
            <pc:sldMk cId="4194835316" sldId="273"/>
            <ac:spMk id="177" creationId="{548384A2-DBC2-F052-B423-06504C40ED8B}"/>
          </ac:spMkLst>
        </pc:spChg>
        <pc:spChg chg="add del">
          <ac:chgData name="Guest User" userId="" providerId="Windows Live" clId="Web-{E8BAF1EC-3919-4FA6-AF55-BA9C4A372953}" dt="2023-12-10T18:17:02.801" v="1642"/>
          <ac:spMkLst>
            <pc:docMk/>
            <pc:sldMk cId="4194835316" sldId="273"/>
            <ac:spMk id="179" creationId="{56E9B3E6-E277-4D68-BA48-9CB43FFBD6E2}"/>
          </ac:spMkLst>
        </pc:spChg>
        <pc:spChg chg="add del">
          <ac:chgData name="Guest User" userId="" providerId="Windows Live" clId="Web-{E8BAF1EC-3919-4FA6-AF55-BA9C4A372953}" dt="2023-12-10T18:17:02.801" v="1642"/>
          <ac:spMkLst>
            <pc:docMk/>
            <pc:sldMk cId="4194835316" sldId="273"/>
            <ac:spMk id="182" creationId="{D5B0017B-2ECA-49AF-B397-DC140825DF8D}"/>
          </ac:spMkLst>
        </pc:spChg>
        <pc:spChg chg="add del">
          <ac:chgData name="Guest User" userId="" providerId="Windows Live" clId="Web-{E8BAF1EC-3919-4FA6-AF55-BA9C4A372953}" dt="2023-12-10T18:17:06.520" v="1646"/>
          <ac:spMkLst>
            <pc:docMk/>
            <pc:sldMk cId="4194835316" sldId="273"/>
            <ac:spMk id="186" creationId="{2FC68118-12BA-38E7-82FB-ADE65FD32E3D}"/>
          </ac:spMkLst>
        </pc:spChg>
        <pc:spChg chg="add del">
          <ac:chgData name="Guest User" userId="" providerId="Windows Live" clId="Web-{E8BAF1EC-3919-4FA6-AF55-BA9C4A372953}" dt="2023-12-10T18:17:06.520" v="1646"/>
          <ac:spMkLst>
            <pc:docMk/>
            <pc:sldMk cId="4194835316" sldId="273"/>
            <ac:spMk id="187" creationId="{00FB6F93-18E4-C87F-046E-328E02AA2015}"/>
          </ac:spMkLst>
        </pc:spChg>
        <pc:spChg chg="add del">
          <ac:chgData name="Guest User" userId="" providerId="Windows Live" clId="Web-{E8BAF1EC-3919-4FA6-AF55-BA9C4A372953}" dt="2023-12-10T18:17:06.520" v="1646"/>
          <ac:spMkLst>
            <pc:docMk/>
            <pc:sldMk cId="4194835316" sldId="273"/>
            <ac:spMk id="188" creationId="{BFEBFF41-2D9C-4016-6855-393A22DC9E2C}"/>
          </ac:spMkLst>
        </pc:spChg>
        <pc:spChg chg="add">
          <ac:chgData name="Guest User" userId="" providerId="Windows Live" clId="Web-{E8BAF1EC-3919-4FA6-AF55-BA9C4A372953}" dt="2023-12-10T18:17:06.551" v="1649"/>
          <ac:spMkLst>
            <pc:docMk/>
            <pc:sldMk cId="4194835316" sldId="273"/>
            <ac:spMk id="192" creationId="{9F8DFFC6-E45A-7472-26DC-6FB2DB59A929}"/>
          </ac:spMkLst>
        </pc:spChg>
        <pc:spChg chg="add">
          <ac:chgData name="Guest User" userId="" providerId="Windows Live" clId="Web-{E8BAF1EC-3919-4FA6-AF55-BA9C4A372953}" dt="2023-12-10T18:17:06.551" v="1649"/>
          <ac:spMkLst>
            <pc:docMk/>
            <pc:sldMk cId="4194835316" sldId="273"/>
            <ac:spMk id="193" creationId="{94ABE5AA-A9A6-74B7-9AC7-7837686F0145}"/>
          </ac:spMkLst>
        </pc:spChg>
        <pc:spChg chg="add">
          <ac:chgData name="Guest User" userId="" providerId="Windows Live" clId="Web-{E8BAF1EC-3919-4FA6-AF55-BA9C4A372953}" dt="2023-12-10T18:17:06.551" v="1649"/>
          <ac:spMkLst>
            <pc:docMk/>
            <pc:sldMk cId="4194835316" sldId="273"/>
            <ac:spMk id="194" creationId="{86EACA81-2C51-079E-83B2-FE67195C0D9E}"/>
          </ac:spMkLst>
        </pc:spChg>
        <pc:spChg chg="add del mod replId">
          <ac:chgData name="Guest User" userId="" providerId="Windows Live" clId="Web-{E8BAF1EC-3919-4FA6-AF55-BA9C4A372953}" dt="2023-12-10T18:17:06.551" v="1649"/>
          <ac:spMkLst>
            <pc:docMk/>
            <pc:sldMk cId="4194835316" sldId="273"/>
            <ac:spMk id="197" creationId="{2487D967-35AF-0145-DD26-C1D6B1278A16}"/>
          </ac:spMkLst>
        </pc:spChg>
        <pc:spChg chg="add">
          <ac:chgData name="Guest User" userId="" providerId="Windows Live" clId="Web-{E8BAF1EC-3919-4FA6-AF55-BA9C4A372953}" dt="2023-12-10T18:17:06.551" v="1649"/>
          <ac:spMkLst>
            <pc:docMk/>
            <pc:sldMk cId="4194835316" sldId="273"/>
            <ac:spMk id="219" creationId="{798C5EF4-4717-F8C2-F77B-2FF8FE83CD7D}"/>
          </ac:spMkLst>
        </pc:spChg>
        <pc:grpChg chg="add del">
          <ac:chgData name="Guest User" userId="" providerId="Windows Live" clId="Web-{E8BAF1EC-3919-4FA6-AF55-BA9C4A372953}" dt="2023-12-10T18:01:48.865" v="1382"/>
          <ac:grpSpMkLst>
            <pc:docMk/>
            <pc:sldMk cId="4194835316" sldId="273"/>
            <ac:grpSpMk id="12" creationId="{6258F736-B256-8039-9DC6-F4E49A5C5AD5}"/>
          </ac:grpSpMkLst>
        </pc:grpChg>
        <pc:grpChg chg="add del">
          <ac:chgData name="Guest User" userId="" providerId="Windows Live" clId="Web-{E8BAF1EC-3919-4FA6-AF55-BA9C4A372953}" dt="2023-12-10T18:04:26.125" v="1409"/>
          <ac:grpSpMkLst>
            <pc:docMk/>
            <pc:sldMk cId="4194835316" sldId="273"/>
            <ac:grpSpMk id="81" creationId="{A23D792D-D9F2-4EB4-ADE2-65A518DA6489}"/>
          </ac:grpSpMkLst>
        </pc:grpChg>
        <pc:grpChg chg="add del">
          <ac:chgData name="Guest User" userId="" providerId="Windows Live" clId="Web-{E8BAF1EC-3919-4FA6-AF55-BA9C4A372953}" dt="2023-12-10T18:05:05.894" v="1425"/>
          <ac:grpSpMkLst>
            <pc:docMk/>
            <pc:sldMk cId="4194835316" sldId="273"/>
            <ac:grpSpMk id="102" creationId="{0474DF76-993E-44DE-AFB0-C416182ACECF}"/>
          </ac:grpSpMkLst>
        </pc:grpChg>
        <pc:grpChg chg="add del">
          <ac:chgData name="Guest User" userId="" providerId="Windows Live" clId="Web-{E8BAF1EC-3919-4FA6-AF55-BA9C4A372953}" dt="2023-12-10T18:05:40.443" v="1437"/>
          <ac:grpSpMkLst>
            <pc:docMk/>
            <pc:sldMk cId="4194835316" sldId="273"/>
            <ac:grpSpMk id="123" creationId="{2E751C04-BEA6-446B-A678-9C74819EBD4C}"/>
          </ac:grpSpMkLst>
        </pc:grpChg>
        <pc:grpChg chg="add del">
          <ac:chgData name="Guest User" userId="" providerId="Windows Live" clId="Web-{E8BAF1EC-3919-4FA6-AF55-BA9C4A372953}" dt="2023-12-10T18:05:40.443" v="1437"/>
          <ac:grpSpMkLst>
            <pc:docMk/>
            <pc:sldMk cId="4194835316" sldId="273"/>
            <ac:grpSpMk id="128" creationId="{B63ACBA3-DEFD-4C6D-BBA0-64468FA99C2D}"/>
          </ac:grpSpMkLst>
        </pc:grpChg>
        <pc:grpChg chg="add del">
          <ac:chgData name="Guest User" userId="" providerId="Windows Live" clId="Web-{E8BAF1EC-3919-4FA6-AF55-BA9C4A372953}" dt="2023-12-10T18:16:35.768" v="1634"/>
          <ac:grpSpMkLst>
            <pc:docMk/>
            <pc:sldMk cId="4194835316" sldId="273"/>
            <ac:grpSpMk id="162" creationId="{AE1C45F0-260A-458C-96ED-C1F6D2151219}"/>
          </ac:grpSpMkLst>
        </pc:grpChg>
        <pc:grpChg chg="add del">
          <ac:chgData name="Guest User" userId="" providerId="Windows Live" clId="Web-{E8BAF1EC-3919-4FA6-AF55-BA9C4A372953}" dt="2023-12-10T18:16:10.751" v="1630"/>
          <ac:grpSpMkLst>
            <pc:docMk/>
            <pc:sldMk cId="4194835316" sldId="273"/>
            <ac:grpSpMk id="165" creationId="{AE1C45F0-260A-458C-96ED-C1F6D2151219}"/>
          </ac:grpSpMkLst>
        </pc:grpChg>
        <pc:grpChg chg="add del">
          <ac:chgData name="Guest User" userId="" providerId="Windows Live" clId="Web-{E8BAF1EC-3919-4FA6-AF55-BA9C4A372953}" dt="2023-12-10T18:16:44.815" v="1638"/>
          <ac:grpSpMkLst>
            <pc:docMk/>
            <pc:sldMk cId="4194835316" sldId="273"/>
            <ac:grpSpMk id="166" creationId="{DAA26DFA-AAB2-4973-9C17-16D587C7B198}"/>
          </ac:grpSpMkLst>
        </pc:grpChg>
        <pc:grpChg chg="add del">
          <ac:chgData name="Guest User" userId="" providerId="Windows Live" clId="Web-{E8BAF1EC-3919-4FA6-AF55-BA9C4A372953}" dt="2023-12-10T18:17:02.801" v="1642"/>
          <ac:grpSpMkLst>
            <pc:docMk/>
            <pc:sldMk cId="4194835316" sldId="273"/>
            <ac:grpSpMk id="180" creationId="{AE1C45F0-260A-458C-96ED-C1F6D2151219}"/>
          </ac:grpSpMkLst>
        </pc:grpChg>
        <pc:graphicFrameChg chg="add del">
          <ac:chgData name="Guest User" userId="" providerId="Windows Live" clId="Web-{E8BAF1EC-3919-4FA6-AF55-BA9C4A372953}" dt="2023-12-10T18:16:10.751" v="1630"/>
          <ac:graphicFrameMkLst>
            <pc:docMk/>
            <pc:sldMk cId="4194835316" sldId="273"/>
            <ac:graphicFrameMk id="160" creationId="{A100FA65-6DA6-E46A-631D-8004533A2843}"/>
          </ac:graphicFrameMkLst>
        </pc:graphicFrameChg>
        <pc:graphicFrameChg chg="add del">
          <ac:chgData name="Guest User" userId="" providerId="Windows Live" clId="Web-{E8BAF1EC-3919-4FA6-AF55-BA9C4A372953}" dt="2023-12-10T18:16:35.768" v="1634"/>
          <ac:graphicFrameMkLst>
            <pc:docMk/>
            <pc:sldMk cId="4194835316" sldId="273"/>
            <ac:graphicFrameMk id="171" creationId="{A100FA65-6DA6-E46A-631D-8004533A2843}"/>
          </ac:graphicFrameMkLst>
        </pc:graphicFrameChg>
        <pc:graphicFrameChg chg="add del">
          <ac:chgData name="Guest User" userId="" providerId="Windows Live" clId="Web-{E8BAF1EC-3919-4FA6-AF55-BA9C4A372953}" dt="2023-12-10T18:17:02.801" v="1642"/>
          <ac:graphicFrameMkLst>
            <pc:docMk/>
            <pc:sldMk cId="4194835316" sldId="273"/>
            <ac:graphicFrameMk id="184" creationId="{A100FA65-6DA6-E46A-631D-8004533A2843}"/>
          </ac:graphicFrameMkLst>
        </pc:graphicFrameChg>
        <pc:graphicFrameChg chg="add del">
          <ac:chgData name="Guest User" userId="" providerId="Windows Live" clId="Web-{E8BAF1EC-3919-4FA6-AF55-BA9C4A372953}" dt="2023-12-10T18:17:06.520" v="1646"/>
          <ac:graphicFrameMkLst>
            <pc:docMk/>
            <pc:sldMk cId="4194835316" sldId="273"/>
            <ac:graphicFrameMk id="190" creationId="{EEA09959-A4AC-C49C-5D7D-D9E3BBDA727F}"/>
          </ac:graphicFrameMkLst>
        </pc:graphicFrameChg>
        <pc:graphicFrameChg chg="add">
          <ac:chgData name="Guest User" userId="" providerId="Windows Live" clId="Web-{E8BAF1EC-3919-4FA6-AF55-BA9C4A372953}" dt="2023-12-10T18:17:06.551" v="1649"/>
          <ac:graphicFrameMkLst>
            <pc:docMk/>
            <pc:sldMk cId="4194835316" sldId="273"/>
            <ac:graphicFrameMk id="220" creationId="{08C96611-8938-FC66-237B-1A1BDDC72EF3}"/>
          </ac:graphicFrameMkLst>
        </pc:graphicFrameChg>
        <pc:picChg chg="add del">
          <ac:chgData name="Guest User" userId="" providerId="Windows Live" clId="Web-{E8BAF1EC-3919-4FA6-AF55-BA9C4A372953}" dt="2023-12-10T17:49:35.394" v="899"/>
          <ac:picMkLst>
            <pc:docMk/>
            <pc:sldMk cId="4194835316" sldId="273"/>
            <ac:picMk id="5" creationId="{DB6E33C3-E6B6-7A1F-DB94-D2C364A5C0FA}"/>
          </ac:picMkLst>
        </pc:picChg>
        <pc:picChg chg="add del">
          <ac:chgData name="Guest User" userId="" providerId="Windows Live" clId="Web-{E8BAF1EC-3919-4FA6-AF55-BA9C4A372953}" dt="2023-12-10T18:01:00.893" v="1368"/>
          <ac:picMkLst>
            <pc:docMk/>
            <pc:sldMk cId="4194835316" sldId="273"/>
            <ac:picMk id="7" creationId="{6D895B5B-8139-1A49-BD71-351E74B2145C}"/>
          </ac:picMkLst>
        </pc:picChg>
        <pc:picChg chg="add del mod replId">
          <ac:chgData name="Guest User" userId="" providerId="Windows Live" clId="Web-{E8BAF1EC-3919-4FA6-AF55-BA9C4A372953}" dt="2023-12-10T18:00:55.595" v="1367"/>
          <ac:picMkLst>
            <pc:docMk/>
            <pc:sldMk cId="4194835316" sldId="273"/>
            <ac:picMk id="13" creationId="{C939903B-4C48-389A-0F1B-5F1B5A5B14AF}"/>
          </ac:picMkLst>
        </pc:picChg>
        <pc:picChg chg="add del">
          <ac:chgData name="Guest User" userId="" providerId="Windows Live" clId="Web-{E8BAF1EC-3919-4FA6-AF55-BA9C4A372953}" dt="2023-12-10T18:02:58.213" v="1393"/>
          <ac:picMkLst>
            <pc:docMk/>
            <pc:sldMk cId="4194835316" sldId="273"/>
            <ac:picMk id="46" creationId="{1B4404E4-D28C-3E03-F132-EBAC8280972E}"/>
          </ac:picMkLst>
        </pc:picChg>
        <pc:picChg chg="add del">
          <ac:chgData name="Guest User" userId="" providerId="Windows Live" clId="Web-{E8BAF1EC-3919-4FA6-AF55-BA9C4A372953}" dt="2023-12-10T18:02:21.851" v="1385"/>
          <ac:picMkLst>
            <pc:docMk/>
            <pc:sldMk cId="4194835316" sldId="273"/>
            <ac:picMk id="46" creationId="{8B326168-0F35-7C14-2635-08200B64E10F}"/>
          </ac:picMkLst>
        </pc:picChg>
        <pc:picChg chg="add del">
          <ac:chgData name="Guest User" userId="" providerId="Windows Live" clId="Web-{E8BAF1EC-3919-4FA6-AF55-BA9C4A372953}" dt="2023-12-10T18:02:39.040" v="1389"/>
          <ac:picMkLst>
            <pc:docMk/>
            <pc:sldMk cId="4194835316" sldId="273"/>
            <ac:picMk id="46" creationId="{B8E70585-C494-CC9C-780D-559CF923DF48}"/>
          </ac:picMkLst>
        </pc:picChg>
        <pc:picChg chg="add del mod">
          <ac:chgData name="Guest User" userId="" providerId="Windows Live" clId="Web-{E8BAF1EC-3919-4FA6-AF55-BA9C4A372953}" dt="2023-12-10T18:03:40.091" v="1402"/>
          <ac:picMkLst>
            <pc:docMk/>
            <pc:sldMk cId="4194835316" sldId="273"/>
            <ac:picMk id="46" creationId="{E4BA6819-1F78-82B2-D245-6DF4E8D0FBC5}"/>
          </ac:picMkLst>
        </pc:picChg>
        <pc:picChg chg="add del mod replId">
          <ac:chgData name="Guest User" userId="" providerId="Windows Live" clId="Web-{E8BAF1EC-3919-4FA6-AF55-BA9C4A372953}" dt="2023-12-10T18:02:58.229" v="1396"/>
          <ac:picMkLst>
            <pc:docMk/>
            <pc:sldMk cId="4194835316" sldId="273"/>
            <ac:picMk id="70" creationId="{DE9A643E-68C4-66F0-6F93-12465D73041D}"/>
          </ac:picMkLst>
        </pc:picChg>
        <pc:picChg chg="add del">
          <ac:chgData name="Guest User" userId="" providerId="Windows Live" clId="Web-{E8BAF1EC-3919-4FA6-AF55-BA9C4A372953}" dt="2023-12-10T18:04:31.360" v="1413"/>
          <ac:picMkLst>
            <pc:docMk/>
            <pc:sldMk cId="4194835316" sldId="273"/>
            <ac:picMk id="85" creationId="{965841A3-0C82-206C-C69E-BDFAEE2B05F3}"/>
          </ac:picMkLst>
        </pc:picChg>
        <pc:cxnChg chg="add del">
          <ac:chgData name="Guest User" userId="" providerId="Windows Live" clId="Web-{E8BAF1EC-3919-4FA6-AF55-BA9C4A372953}" dt="2023-12-10T17:49:35.394" v="899"/>
          <ac:cxnSpMkLst>
            <pc:docMk/>
            <pc:sldMk cId="4194835316" sldId="273"/>
            <ac:cxnSpMk id="11" creationId="{AA2EAA10-076F-46BD-8F0F-B9A2FB77A85C}"/>
          </ac:cxnSpMkLst>
        </pc:cxnChg>
        <pc:cxnChg chg="add del">
          <ac:chgData name="Guest User" userId="" providerId="Windows Live" clId="Web-{E8BAF1EC-3919-4FA6-AF55-BA9C4A372953}" dt="2023-12-10T17:49:35.394" v="899"/>
          <ac:cxnSpMkLst>
            <pc:docMk/>
            <pc:sldMk cId="4194835316" sldId="273"/>
            <ac:cxnSpMk id="13" creationId="{D891E407-403B-4764-86C9-33A56D3BCAA3}"/>
          </ac:cxnSpMkLst>
        </pc:cxnChg>
        <pc:cxnChg chg="add del">
          <ac:chgData name="Guest User" userId="" providerId="Windows Live" clId="Web-{E8BAF1EC-3919-4FA6-AF55-BA9C4A372953}" dt="2023-12-10T18:01:43.786" v="1375"/>
          <ac:cxnSpMkLst>
            <pc:docMk/>
            <pc:sldMk cId="4194835316" sldId="273"/>
            <ac:cxnSpMk id="30" creationId="{C49DA8F6-BCC1-4447-B54C-57856834B94B}"/>
          </ac:cxnSpMkLst>
        </pc:cxnChg>
        <pc:cxnChg chg="add del">
          <ac:chgData name="Guest User" userId="" providerId="Windows Live" clId="Web-{E8BAF1EC-3919-4FA6-AF55-BA9C4A372953}" dt="2023-12-10T18:04:38.189" v="1421"/>
          <ac:cxnSpMkLst>
            <pc:docMk/>
            <pc:sldMk cId="4194835316" sldId="273"/>
            <ac:cxnSpMk id="82" creationId="{C49DA8F6-BCC1-4447-B54C-57856834B94B}"/>
          </ac:cxnSpMkLst>
        </pc:cxnChg>
        <pc:cxnChg chg="add del">
          <ac:chgData name="Guest User" userId="" providerId="Windows Live" clId="Web-{E8BAF1EC-3919-4FA6-AF55-BA9C4A372953}" dt="2023-12-10T18:05:05.894" v="1425"/>
          <ac:cxnSpMkLst>
            <pc:docMk/>
            <pc:sldMk cId="4194835316" sldId="273"/>
            <ac:cxnSpMk id="106" creationId="{C49DA8F6-BCC1-4447-B54C-57856834B94B}"/>
          </ac:cxnSpMkLst>
        </pc:cxnChg>
        <pc:cxnChg chg="add del">
          <ac:chgData name="Guest User" userId="" providerId="Windows Live" clId="Web-{E8BAF1EC-3919-4FA6-AF55-BA9C4A372953}" dt="2023-12-10T18:08:24.016" v="1538"/>
          <ac:cxnSpMkLst>
            <pc:docMk/>
            <pc:sldMk cId="4194835316" sldId="273"/>
            <ac:cxnSpMk id="141" creationId="{23AAC9B5-8015-485C-ACF9-A750390E9A56}"/>
          </ac:cxnSpMkLst>
        </pc:cxnChg>
        <pc:cxnChg chg="add del">
          <ac:chgData name="Guest User" userId="" providerId="Windows Live" clId="Web-{E8BAF1EC-3919-4FA6-AF55-BA9C4A372953}" dt="2023-12-10T18:17:06.551" v="1649"/>
          <ac:cxnSpMkLst>
            <pc:docMk/>
            <pc:sldMk cId="4194835316" sldId="273"/>
            <ac:cxnSpMk id="157" creationId="{23AAC9B5-8015-485C-ACF9-A750390E9A56}"/>
          </ac:cxnSpMkLst>
        </pc:cxnChg>
        <pc:cxnChg chg="add del">
          <ac:chgData name="Guest User" userId="" providerId="Windows Live" clId="Web-{E8BAF1EC-3919-4FA6-AF55-BA9C4A372953}" dt="2023-12-10T18:16:35.768" v="1634"/>
          <ac:cxnSpMkLst>
            <pc:docMk/>
            <pc:sldMk cId="4194835316" sldId="273"/>
            <ac:cxnSpMk id="169" creationId="{6CF1BAF6-AD41-4082-B212-8A1F9A2E8779}"/>
          </ac:cxnSpMkLst>
        </pc:cxnChg>
        <pc:cxnChg chg="add del">
          <ac:chgData name="Guest User" userId="" providerId="Windows Live" clId="Web-{E8BAF1EC-3919-4FA6-AF55-BA9C4A372953}" dt="2023-12-10T18:16:10.751" v="1630"/>
          <ac:cxnSpMkLst>
            <pc:docMk/>
            <pc:sldMk cId="4194835316" sldId="273"/>
            <ac:cxnSpMk id="172" creationId="{6CF1BAF6-AD41-4082-B212-8A1F9A2E8779}"/>
          </ac:cxnSpMkLst>
        </pc:cxnChg>
        <pc:cxnChg chg="add del">
          <ac:chgData name="Guest User" userId="" providerId="Windows Live" clId="Web-{E8BAF1EC-3919-4FA6-AF55-BA9C4A372953}" dt="2023-12-10T18:17:02.801" v="1642"/>
          <ac:cxnSpMkLst>
            <pc:docMk/>
            <pc:sldMk cId="4194835316" sldId="273"/>
            <ac:cxnSpMk id="183" creationId="{6CF1BAF6-AD41-4082-B212-8A1F9A2E8779}"/>
          </ac:cxnSpMkLst>
        </pc:cxnChg>
        <pc:cxnChg chg="add del">
          <ac:chgData name="Guest User" userId="" providerId="Windows Live" clId="Web-{E8BAF1EC-3919-4FA6-AF55-BA9C4A372953}" dt="2023-12-10T18:17:06.520" v="1646"/>
          <ac:cxnSpMkLst>
            <pc:docMk/>
            <pc:sldMk cId="4194835316" sldId="273"/>
            <ac:cxnSpMk id="189" creationId="{B5476C50-ADA2-7A74-807D-030BD61D25FA}"/>
          </ac:cxnSpMkLst>
        </pc:cxnChg>
        <pc:cxnChg chg="add">
          <ac:chgData name="Guest User" userId="" providerId="Windows Live" clId="Web-{E8BAF1EC-3919-4FA6-AF55-BA9C4A372953}" dt="2023-12-10T18:17:06.551" v="1649"/>
          <ac:cxnSpMkLst>
            <pc:docMk/>
            <pc:sldMk cId="4194835316" sldId="273"/>
            <ac:cxnSpMk id="195" creationId="{86533D0B-9821-29DD-7E9A-B47710855EAC}"/>
          </ac:cxnSpMkLst>
        </pc:cxnChg>
      </pc:sldChg>
    </pc:docChg>
  </pc:docChgLst>
  <pc:docChgLst>
    <pc:chgData name="Guest User" providerId="Windows Live" clId="Web-{EED6DF0B-498D-47AE-BA0E-10E423E20121}"/>
    <pc:docChg chg="modSld">
      <pc:chgData name="Guest User" userId="" providerId="Windows Live" clId="Web-{EED6DF0B-498D-47AE-BA0E-10E423E20121}" dt="2023-12-10T02:32:25.060" v="1" actId="20577"/>
      <pc:docMkLst>
        <pc:docMk/>
      </pc:docMkLst>
      <pc:sldChg chg="modSp">
        <pc:chgData name="Guest User" userId="" providerId="Windows Live" clId="Web-{EED6DF0B-498D-47AE-BA0E-10E423E20121}" dt="2023-12-10T02:32:25.060" v="1" actId="20577"/>
        <pc:sldMkLst>
          <pc:docMk/>
          <pc:sldMk cId="2643178516" sldId="264"/>
        </pc:sldMkLst>
        <pc:spChg chg="mod">
          <ac:chgData name="Guest User" userId="" providerId="Windows Live" clId="Web-{EED6DF0B-498D-47AE-BA0E-10E423E20121}" dt="2023-12-10T02:32:25.060" v="1" actId="20577"/>
          <ac:spMkLst>
            <pc:docMk/>
            <pc:sldMk cId="2643178516" sldId="264"/>
            <ac:spMk id="11" creationId="{E6EB065C-1605-B372-448C-AD6D554E042D}"/>
          </ac:spMkLst>
        </pc:spChg>
      </pc:sldChg>
    </pc:docChg>
  </pc:docChgLst>
  <pc:docChgLst>
    <pc:chgData name="Kevin Nguyen" userId="56501a3fff1fe514" providerId="LiveId" clId="{54148030-75E0-4E4E-973E-17E9486F25BF}"/>
    <pc:docChg chg="undo custSel modSld">
      <pc:chgData name="Kevin Nguyen" userId="56501a3fff1fe514" providerId="LiveId" clId="{54148030-75E0-4E4E-973E-17E9486F25BF}" dt="2023-12-10T12:21:06.018" v="2660" actId="1076"/>
      <pc:docMkLst>
        <pc:docMk/>
      </pc:docMkLst>
      <pc:sldChg chg="modSp mod">
        <pc:chgData name="Kevin Nguyen" userId="56501a3fff1fe514" providerId="LiveId" clId="{54148030-75E0-4E4E-973E-17E9486F25BF}" dt="2023-12-05T07:06:42.028" v="127" actId="20577"/>
        <pc:sldMkLst>
          <pc:docMk/>
          <pc:sldMk cId="3811886479" sldId="256"/>
        </pc:sldMkLst>
        <pc:spChg chg="mod">
          <ac:chgData name="Kevin Nguyen" userId="56501a3fff1fe514" providerId="LiveId" clId="{54148030-75E0-4E4E-973E-17E9486F25BF}" dt="2023-12-05T07:05:48.541" v="29" actId="20577"/>
          <ac:spMkLst>
            <pc:docMk/>
            <pc:sldMk cId="3811886479" sldId="256"/>
            <ac:spMk id="2" creationId="{6FB4585B-7DE3-27A5-A1E1-7CD29EE41501}"/>
          </ac:spMkLst>
        </pc:spChg>
        <pc:spChg chg="mod">
          <ac:chgData name="Kevin Nguyen" userId="56501a3fff1fe514" providerId="LiveId" clId="{54148030-75E0-4E4E-973E-17E9486F25BF}" dt="2023-12-05T07:06:42.028" v="127" actId="20577"/>
          <ac:spMkLst>
            <pc:docMk/>
            <pc:sldMk cId="3811886479" sldId="256"/>
            <ac:spMk id="3" creationId="{4E3F5564-371A-8A61-5F97-1B5E06A61C45}"/>
          </ac:spMkLst>
        </pc:spChg>
      </pc:sldChg>
      <pc:sldChg chg="addSp delSp modSp mod setBg">
        <pc:chgData name="Kevin Nguyen" userId="56501a3fff1fe514" providerId="LiveId" clId="{54148030-75E0-4E4E-973E-17E9486F25BF}" dt="2023-12-10T11:51:03.130" v="1952" actId="20577"/>
        <pc:sldMkLst>
          <pc:docMk/>
          <pc:sldMk cId="238147648" sldId="258"/>
        </pc:sldMkLst>
        <pc:spChg chg="add">
          <ac:chgData name="Kevin Nguyen" userId="56501a3fff1fe514" providerId="LiveId" clId="{54148030-75E0-4E4E-973E-17E9486F25BF}" dt="2023-12-10T11:24:43.159" v="1615" actId="26606"/>
          <ac:spMkLst>
            <pc:docMk/>
            <pc:sldMk cId="238147648" sldId="258"/>
            <ac:spMk id="2" creationId="{B1AD4AE2-C2C0-95E9-E689-C5B127F8C120}"/>
          </ac:spMkLst>
        </pc:spChg>
        <pc:spChg chg="add mod">
          <ac:chgData name="Kevin Nguyen" userId="56501a3fff1fe514" providerId="LiveId" clId="{54148030-75E0-4E4E-973E-17E9486F25BF}" dt="2023-12-10T11:51:03.130" v="1952" actId="20577"/>
          <ac:spMkLst>
            <pc:docMk/>
            <pc:sldMk cId="238147648" sldId="258"/>
            <ac:spMk id="3" creationId="{DA00B5CB-0AE6-665D-1885-5DE7DAE7AB3B}"/>
          </ac:spMkLst>
        </pc:spChg>
        <pc:spChg chg="add mod">
          <ac:chgData name="Kevin Nguyen" userId="56501a3fff1fe514" providerId="LiveId" clId="{54148030-75E0-4E4E-973E-17E9486F25BF}" dt="2023-12-10T11:29:26.591" v="1640" actId="1076"/>
          <ac:spMkLst>
            <pc:docMk/>
            <pc:sldMk cId="238147648" sldId="258"/>
            <ac:spMk id="4" creationId="{8D9F0F2B-DD04-0B16-5C84-38BF159164DC}"/>
          </ac:spMkLst>
        </pc:spChg>
        <pc:spChg chg="del mod replId">
          <ac:chgData name="Kevin Nguyen" userId="56501a3fff1fe514" providerId="LiveId" clId="{54148030-75E0-4E4E-973E-17E9486F25BF}" dt="2023-12-10T11:24:43.159" v="1615" actId="26606"/>
          <ac:spMkLst>
            <pc:docMk/>
            <pc:sldMk cId="238147648" sldId="258"/>
            <ac:spMk id="2052" creationId="{A47D084D-D5F1-B618-2E2D-32BAE6218DEE}"/>
          </ac:spMkLst>
        </pc:spChg>
        <pc:spChg chg="del mod replId">
          <ac:chgData name="Kevin Nguyen" userId="56501a3fff1fe514" providerId="LiveId" clId="{54148030-75E0-4E4E-973E-17E9486F25BF}" dt="2023-12-10T11:24:43.159" v="1615" actId="26606"/>
          <ac:spMkLst>
            <pc:docMk/>
            <pc:sldMk cId="238147648" sldId="258"/>
            <ac:spMk id="2053" creationId="{E6F37ACB-3522-C766-20E7-7F391EB0ED17}"/>
          </ac:spMkLst>
        </pc:spChg>
        <pc:spChg chg="add">
          <ac:chgData name="Kevin Nguyen" userId="56501a3fff1fe514" providerId="LiveId" clId="{54148030-75E0-4E4E-973E-17E9486F25BF}" dt="2023-12-10T11:24:43.159" v="1615" actId="26606"/>
          <ac:spMkLst>
            <pc:docMk/>
            <pc:sldMk cId="238147648" sldId="258"/>
            <ac:spMk id="2055" creationId="{45D37F4E-DDB4-456B-97E0-9937730A039F}"/>
          </ac:spMkLst>
        </pc:spChg>
        <pc:spChg chg="add">
          <ac:chgData name="Kevin Nguyen" userId="56501a3fff1fe514" providerId="LiveId" clId="{54148030-75E0-4E4E-973E-17E9486F25BF}" dt="2023-12-10T11:24:43.159" v="1615" actId="26606"/>
          <ac:spMkLst>
            <pc:docMk/>
            <pc:sldMk cId="238147648" sldId="258"/>
            <ac:spMk id="2057" creationId="{B2DD41CD-8F47-4F56-AD12-4E2FF7696987}"/>
          </ac:spMkLst>
        </pc:spChg>
        <pc:picChg chg="add">
          <ac:chgData name="Kevin Nguyen" userId="56501a3fff1fe514" providerId="LiveId" clId="{54148030-75E0-4E4E-973E-17E9486F25BF}" dt="2023-12-10T11:24:43.159" v="1615" actId="26606"/>
          <ac:picMkLst>
            <pc:docMk/>
            <pc:sldMk cId="238147648" sldId="258"/>
            <ac:picMk id="2050" creationId="{7925601F-CE1E-C66A-A27D-65773EE6BF75}"/>
          </ac:picMkLst>
        </pc:picChg>
        <pc:picChg chg="add del mod replId">
          <ac:chgData name="Kevin Nguyen" userId="56501a3fff1fe514" providerId="LiveId" clId="{54148030-75E0-4E4E-973E-17E9486F25BF}" dt="2023-12-10T11:24:43.159" v="1615" actId="26606"/>
          <ac:picMkLst>
            <pc:docMk/>
            <pc:sldMk cId="238147648" sldId="258"/>
            <ac:picMk id="2054" creationId="{18A7EC64-FCB7-2FAB-F459-A19F04C78F48}"/>
          </ac:picMkLst>
        </pc:picChg>
      </pc:sldChg>
      <pc:sldChg chg="addSp delSp modSp mod setBg">
        <pc:chgData name="Kevin Nguyen" userId="56501a3fff1fe514" providerId="LiveId" clId="{54148030-75E0-4E4E-973E-17E9486F25BF}" dt="2023-12-10T11:27:45.448" v="1628" actId="255"/>
        <pc:sldMkLst>
          <pc:docMk/>
          <pc:sldMk cId="3537974312" sldId="260"/>
        </pc:sldMkLst>
        <pc:spChg chg="mod">
          <ac:chgData name="Kevin Nguyen" userId="56501a3fff1fe514" providerId="LiveId" clId="{54148030-75E0-4E4E-973E-17E9486F25BF}" dt="2023-12-10T10:54:14.425" v="443" actId="20577"/>
          <ac:spMkLst>
            <pc:docMk/>
            <pc:sldMk cId="3537974312" sldId="260"/>
            <ac:spMk id="2" creationId="{860CE814-673B-834A-A3FD-9F118B56F18C}"/>
          </ac:spMkLst>
        </pc:spChg>
        <pc:spChg chg="mod">
          <ac:chgData name="Kevin Nguyen" userId="56501a3fff1fe514" providerId="LiveId" clId="{54148030-75E0-4E4E-973E-17E9486F25BF}" dt="2023-12-10T11:05:07.785" v="787" actId="1076"/>
          <ac:spMkLst>
            <pc:docMk/>
            <pc:sldMk cId="3537974312" sldId="260"/>
            <ac:spMk id="3" creationId="{E99589D6-5666-29BB-6852-D121CB81A0BA}"/>
          </ac:spMkLst>
        </pc:spChg>
        <pc:spChg chg="add del mod">
          <ac:chgData name="Kevin Nguyen" userId="56501a3fff1fe514" providerId="LiveId" clId="{54148030-75E0-4E4E-973E-17E9486F25BF}" dt="2023-12-10T11:09:26.906" v="1345"/>
          <ac:spMkLst>
            <pc:docMk/>
            <pc:sldMk cId="3537974312" sldId="260"/>
            <ac:spMk id="4" creationId="{D5E4E351-00A6-59C4-7AA4-CB81249B4D6A}"/>
          </ac:spMkLst>
        </pc:spChg>
        <pc:spChg chg="add mod">
          <ac:chgData name="Kevin Nguyen" userId="56501a3fff1fe514" providerId="LiveId" clId="{54148030-75E0-4E4E-973E-17E9486F25BF}" dt="2023-12-10T11:09:58.307" v="1351" actId="12"/>
          <ac:spMkLst>
            <pc:docMk/>
            <pc:sldMk cId="3537974312" sldId="260"/>
            <ac:spMk id="5" creationId="{3F39A6FC-2844-2451-8FF0-016776711CC1}"/>
          </ac:spMkLst>
        </pc:spChg>
        <pc:spChg chg="add mod">
          <ac:chgData name="Kevin Nguyen" userId="56501a3fff1fe514" providerId="LiveId" clId="{54148030-75E0-4E4E-973E-17E9486F25BF}" dt="2023-12-10T11:27:45.448" v="1628" actId="255"/>
          <ac:spMkLst>
            <pc:docMk/>
            <pc:sldMk cId="3537974312" sldId="260"/>
            <ac:spMk id="7" creationId="{3FE26C6A-1E0C-04B9-BECF-A1BBD853611E}"/>
          </ac:spMkLst>
        </pc:spChg>
        <pc:picChg chg="add mod">
          <ac:chgData name="Kevin Nguyen" userId="56501a3fff1fe514" providerId="LiveId" clId="{54148030-75E0-4E4E-973E-17E9486F25BF}" dt="2023-12-10T11:24:58.257" v="1617"/>
          <ac:picMkLst>
            <pc:docMk/>
            <pc:sldMk cId="3537974312" sldId="260"/>
            <ac:picMk id="6" creationId="{9C771BCC-8772-3CFD-6F23-D2CB52CDAF50}"/>
          </ac:picMkLst>
        </pc:picChg>
        <pc:picChg chg="add del mod">
          <ac:chgData name="Kevin Nguyen" userId="56501a3fff1fe514" providerId="LiveId" clId="{54148030-75E0-4E4E-973E-17E9486F25BF}" dt="2023-12-10T11:24:56.361" v="1616" actId="21"/>
          <ac:picMkLst>
            <pc:docMk/>
            <pc:sldMk cId="3537974312" sldId="260"/>
            <ac:picMk id="1026" creationId="{408FE26B-5347-D36F-11CA-18FF22B107BB}"/>
          </ac:picMkLst>
        </pc:picChg>
      </pc:sldChg>
      <pc:sldChg chg="addSp delSp modSp mod setBg">
        <pc:chgData name="Kevin Nguyen" userId="56501a3fff1fe514" providerId="LiveId" clId="{54148030-75E0-4E4E-973E-17E9486F25BF}" dt="2023-12-10T11:46:56.313" v="1949" actId="1076"/>
        <pc:sldMkLst>
          <pc:docMk/>
          <pc:sldMk cId="3079793993" sldId="261"/>
        </pc:sldMkLst>
        <pc:spChg chg="del mod replId">
          <ac:chgData name="Kevin Nguyen" userId="56501a3fff1fe514" providerId="LiveId" clId="{54148030-75E0-4E4E-973E-17E9486F25BF}" dt="2023-12-10T11:43:20.219" v="1757" actId="26606"/>
          <ac:spMkLst>
            <pc:docMk/>
            <pc:sldMk cId="3079793993" sldId="261"/>
            <ac:spMk id="3076" creationId="{2ACD0979-724F-31D5-1010-38487DD75CD5}"/>
          </ac:spMkLst>
        </pc:spChg>
        <pc:spChg chg="del mod replId">
          <ac:chgData name="Kevin Nguyen" userId="56501a3fff1fe514" providerId="LiveId" clId="{54148030-75E0-4E4E-973E-17E9486F25BF}" dt="2023-12-10T11:43:20.219" v="1757" actId="26606"/>
          <ac:spMkLst>
            <pc:docMk/>
            <pc:sldMk cId="3079793993" sldId="261"/>
            <ac:spMk id="3077" creationId="{3C8A39CF-3C82-B137-C607-FDD43CFAD5C2}"/>
          </ac:spMkLst>
        </pc:spChg>
        <pc:spChg chg="add">
          <ac:chgData name="Kevin Nguyen" userId="56501a3fff1fe514" providerId="LiveId" clId="{54148030-75E0-4E4E-973E-17E9486F25BF}" dt="2023-12-10T11:43:20.219" v="1757" actId="26606"/>
          <ac:spMkLst>
            <pc:docMk/>
            <pc:sldMk cId="3079793993" sldId="261"/>
            <ac:spMk id="3079" creationId="{04812C46-200A-4DEB-A05E-3ED6C68C2387}"/>
          </ac:spMkLst>
        </pc:spChg>
        <pc:spChg chg="add">
          <ac:chgData name="Kevin Nguyen" userId="56501a3fff1fe514" providerId="LiveId" clId="{54148030-75E0-4E4E-973E-17E9486F25BF}" dt="2023-12-10T11:43:20.219" v="1757" actId="26606"/>
          <ac:spMkLst>
            <pc:docMk/>
            <pc:sldMk cId="3079793993" sldId="261"/>
            <ac:spMk id="3081" creationId="{D1EA859B-E555-4109-94F3-6700E046E008}"/>
          </ac:spMkLst>
        </pc:spChg>
        <pc:spChg chg="add">
          <ac:chgData name="Kevin Nguyen" userId="56501a3fff1fe514" providerId="LiveId" clId="{54148030-75E0-4E4E-973E-17E9486F25BF}" dt="2023-12-10T11:43:20.219" v="1757" actId="26606"/>
          <ac:spMkLst>
            <pc:docMk/>
            <pc:sldMk cId="3079793993" sldId="261"/>
            <ac:spMk id="3090" creationId="{5453712B-2189-0474-8324-6C8804A61602}"/>
          </ac:spMkLst>
        </pc:spChg>
        <pc:spChg chg="add mod">
          <ac:chgData name="Kevin Nguyen" userId="56501a3fff1fe514" providerId="LiveId" clId="{54148030-75E0-4E4E-973E-17E9486F25BF}" dt="2023-12-10T11:44:43.423" v="1935" actId="20577"/>
          <ac:spMkLst>
            <pc:docMk/>
            <pc:sldMk cId="3079793993" sldId="261"/>
            <ac:spMk id="3091" creationId="{4FB53E8E-80C5-8BCB-D02C-1955FE5A2CDD}"/>
          </ac:spMkLst>
        </pc:spChg>
        <pc:spChg chg="add mod">
          <ac:chgData name="Kevin Nguyen" userId="56501a3fff1fe514" providerId="LiveId" clId="{54148030-75E0-4E4E-973E-17E9486F25BF}" dt="2023-12-10T11:46:56.313" v="1949" actId="1076"/>
          <ac:spMkLst>
            <pc:docMk/>
            <pc:sldMk cId="3079793993" sldId="261"/>
            <ac:spMk id="3092" creationId="{B1CC7FDA-3C8C-2B22-E17B-9FBD3CEC8614}"/>
          </ac:spMkLst>
        </pc:spChg>
        <pc:picChg chg="add del mod replId">
          <ac:chgData name="Kevin Nguyen" userId="56501a3fff1fe514" providerId="LiveId" clId="{54148030-75E0-4E4E-973E-17E9486F25BF}" dt="2023-12-10T11:43:20.219" v="1757" actId="26606"/>
          <ac:picMkLst>
            <pc:docMk/>
            <pc:sldMk cId="3079793993" sldId="261"/>
            <ac:picMk id="3078" creationId="{206B2AE0-D3A5-6E51-FA76-3D4D1D9AEA8E}"/>
          </ac:picMkLst>
        </pc:picChg>
        <pc:picChg chg="add mod">
          <ac:chgData name="Kevin Nguyen" userId="56501a3fff1fe514" providerId="LiveId" clId="{54148030-75E0-4E4E-973E-17E9486F25BF}" dt="2023-12-10T11:46:37.831" v="1946" actId="1076"/>
          <ac:picMkLst>
            <pc:docMk/>
            <pc:sldMk cId="3079793993" sldId="261"/>
            <ac:picMk id="3089" creationId="{9917DC4E-6922-48B0-B10E-6FB632D31C6C}"/>
          </ac:picMkLst>
        </pc:picChg>
      </pc:sldChg>
      <pc:sldChg chg="addSp delSp modSp mod setBg">
        <pc:chgData name="Kevin Nguyen" userId="56501a3fff1fe514" providerId="LiveId" clId="{54148030-75E0-4E4E-973E-17E9486F25BF}" dt="2023-12-10T12:21:06.018" v="2660" actId="1076"/>
        <pc:sldMkLst>
          <pc:docMk/>
          <pc:sldMk cId="144249930" sldId="262"/>
        </pc:sldMkLst>
        <pc:spChg chg="add del">
          <ac:chgData name="Kevin Nguyen" userId="56501a3fff1fe514" providerId="LiveId" clId="{54148030-75E0-4E4E-973E-17E9486F25BF}" dt="2023-12-10T12:20:06.401" v="2648" actId="26606"/>
          <ac:spMkLst>
            <pc:docMk/>
            <pc:sldMk cId="144249930" sldId="262"/>
            <ac:spMk id="2" creationId="{9057227B-D3A4-4F0E-9CC0-2D66A16D6574}"/>
          </ac:spMkLst>
        </pc:spChg>
        <pc:spChg chg="add del">
          <ac:chgData name="Kevin Nguyen" userId="56501a3fff1fe514" providerId="LiveId" clId="{54148030-75E0-4E4E-973E-17E9486F25BF}" dt="2023-12-10T12:20:13.901" v="2651" actId="26606"/>
          <ac:spMkLst>
            <pc:docMk/>
            <pc:sldMk cId="144249930" sldId="262"/>
            <ac:spMk id="2" creationId="{DB5B0443-269C-0D72-1E64-A2FF4CB85078}"/>
          </ac:spMkLst>
        </pc:spChg>
        <pc:spChg chg="add del">
          <ac:chgData name="Kevin Nguyen" userId="56501a3fff1fe514" providerId="LiveId" clId="{54148030-75E0-4E4E-973E-17E9486F25BF}" dt="2023-12-10T12:20:13.901" v="2651" actId="26606"/>
          <ac:spMkLst>
            <pc:docMk/>
            <pc:sldMk cId="144249930" sldId="262"/>
            <ac:spMk id="3" creationId="{02C0CCFE-0D9C-C530-52BE-2C5E9A3E1128}"/>
          </ac:spMkLst>
        </pc:spChg>
        <pc:spChg chg="add del">
          <ac:chgData name="Kevin Nguyen" userId="56501a3fff1fe514" providerId="LiveId" clId="{54148030-75E0-4E4E-973E-17E9486F25BF}" dt="2023-12-10T12:20:06.401" v="2648" actId="26606"/>
          <ac:spMkLst>
            <pc:docMk/>
            <pc:sldMk cId="144249930" sldId="262"/>
            <ac:spMk id="3" creationId="{CABA2A7E-5C7C-7201-ABB4-9BB0E1FA0ED6}"/>
          </ac:spMkLst>
        </pc:spChg>
        <pc:spChg chg="add">
          <ac:chgData name="Kevin Nguyen" userId="56501a3fff1fe514" providerId="LiveId" clId="{54148030-75E0-4E4E-973E-17E9486F25BF}" dt="2023-12-10T12:20:13.929" v="2653" actId="26606"/>
          <ac:spMkLst>
            <pc:docMk/>
            <pc:sldMk cId="144249930" sldId="262"/>
            <ac:spMk id="4100" creationId="{04812C46-200A-4DEB-A05E-3ED6C68C2387}"/>
          </ac:spMkLst>
        </pc:spChg>
        <pc:spChg chg="add">
          <ac:chgData name="Kevin Nguyen" userId="56501a3fff1fe514" providerId="LiveId" clId="{54148030-75E0-4E4E-973E-17E9486F25BF}" dt="2023-12-10T12:20:13.929" v="2653" actId="26606"/>
          <ac:spMkLst>
            <pc:docMk/>
            <pc:sldMk cId="144249930" sldId="262"/>
            <ac:spMk id="4101" creationId="{D1EA859B-E555-4109-94F3-6700E046E008}"/>
          </ac:spMkLst>
        </pc:spChg>
        <pc:spChg chg="add del mod replId">
          <ac:chgData name="Kevin Nguyen" userId="56501a3fff1fe514" providerId="LiveId" clId="{54148030-75E0-4E4E-973E-17E9486F25BF}" dt="2023-12-10T12:20:13.929" v="2653" actId="26606"/>
          <ac:spMkLst>
            <pc:docMk/>
            <pc:sldMk cId="144249930" sldId="262"/>
            <ac:spMk id="4102" creationId="{1E15DF2C-989F-A3B7-C180-E7A8DB0AC41A}"/>
          </ac:spMkLst>
        </pc:spChg>
        <pc:spChg chg="add del">
          <ac:chgData name="Kevin Nguyen" userId="56501a3fff1fe514" providerId="LiveId" clId="{54148030-75E0-4E4E-973E-17E9486F25BF}" dt="2023-12-10T12:20:00.264" v="2645" actId="26606"/>
          <ac:spMkLst>
            <pc:docMk/>
            <pc:sldMk cId="144249930" sldId="262"/>
            <ac:spMk id="4103" creationId="{04812C46-200A-4DEB-A05E-3ED6C68C2387}"/>
          </ac:spMkLst>
        </pc:spChg>
        <pc:spChg chg="add del mod replId">
          <ac:chgData name="Kevin Nguyen" userId="56501a3fff1fe514" providerId="LiveId" clId="{54148030-75E0-4E4E-973E-17E9486F25BF}" dt="2023-12-10T12:20:13.929" v="2653" actId="26606"/>
          <ac:spMkLst>
            <pc:docMk/>
            <pc:sldMk cId="144249930" sldId="262"/>
            <ac:spMk id="4103" creationId="{8E2F4B65-D835-E03B-9846-0CBF3B40D4EE}"/>
          </ac:spMkLst>
        </pc:spChg>
        <pc:spChg chg="add del">
          <ac:chgData name="Kevin Nguyen" userId="56501a3fff1fe514" providerId="LiveId" clId="{54148030-75E0-4E4E-973E-17E9486F25BF}" dt="2023-12-10T12:20:00.264" v="2645" actId="26606"/>
          <ac:spMkLst>
            <pc:docMk/>
            <pc:sldMk cId="144249930" sldId="262"/>
            <ac:spMk id="4105" creationId="{D1EA859B-E555-4109-94F3-6700E046E008}"/>
          </ac:spMkLst>
        </pc:spChg>
        <pc:spChg chg="add del">
          <ac:chgData name="Kevin Nguyen" userId="56501a3fff1fe514" providerId="LiveId" clId="{54148030-75E0-4E4E-973E-17E9486F25BF}" dt="2023-12-10T12:20:06.401" v="2648" actId="26606"/>
          <ac:spMkLst>
            <pc:docMk/>
            <pc:sldMk cId="144249930" sldId="262"/>
            <ac:spMk id="4107" creationId="{45D37F4E-DDB4-456B-97E0-9937730A039F}"/>
          </ac:spMkLst>
        </pc:spChg>
        <pc:spChg chg="add del">
          <ac:chgData name="Kevin Nguyen" userId="56501a3fff1fe514" providerId="LiveId" clId="{54148030-75E0-4E4E-973E-17E9486F25BF}" dt="2023-12-10T12:20:06.401" v="2648" actId="26606"/>
          <ac:spMkLst>
            <pc:docMk/>
            <pc:sldMk cId="144249930" sldId="262"/>
            <ac:spMk id="4108" creationId="{B2DD41CD-8F47-4F56-AD12-4E2FF7696987}"/>
          </ac:spMkLst>
        </pc:spChg>
        <pc:spChg chg="add del">
          <ac:chgData name="Kevin Nguyen" userId="56501a3fff1fe514" providerId="LiveId" clId="{54148030-75E0-4E4E-973E-17E9486F25BF}" dt="2023-12-10T12:20:13.929" v="2653" actId="26606"/>
          <ac:spMkLst>
            <pc:docMk/>
            <pc:sldMk cId="144249930" sldId="262"/>
            <ac:spMk id="4111" creationId="{1894B36A-0EC6-B9BC-9A33-E2E9592A7DBB}"/>
          </ac:spMkLst>
        </pc:spChg>
        <pc:spChg chg="add del mod">
          <ac:chgData name="Kevin Nguyen" userId="56501a3fff1fe514" providerId="LiveId" clId="{54148030-75E0-4E4E-973E-17E9486F25BF}" dt="2023-12-10T12:21:06.018" v="2660" actId="1076"/>
          <ac:spMkLst>
            <pc:docMk/>
            <pc:sldMk cId="144249930" sldId="262"/>
            <ac:spMk id="4112" creationId="{7F3056AB-CDF7-6637-6599-EF4A80C91852}"/>
          </ac:spMkLst>
        </pc:spChg>
        <pc:picChg chg="add del">
          <ac:chgData name="Kevin Nguyen" userId="56501a3fff1fe514" providerId="LiveId" clId="{54148030-75E0-4E4E-973E-17E9486F25BF}" dt="2023-12-10T12:20:13.901" v="2651" actId="26606"/>
          <ac:picMkLst>
            <pc:docMk/>
            <pc:sldMk cId="144249930" sldId="262"/>
            <ac:picMk id="4098" creationId="{55D1B651-027D-0BB9-C37D-A09ABECBB0F8}"/>
          </ac:picMkLst>
        </pc:picChg>
        <pc:picChg chg="add del">
          <ac:chgData name="Kevin Nguyen" userId="56501a3fff1fe514" providerId="LiveId" clId="{54148030-75E0-4E4E-973E-17E9486F25BF}" dt="2023-12-10T12:20:06.401" v="2648" actId="26606"/>
          <ac:picMkLst>
            <pc:docMk/>
            <pc:sldMk cId="144249930" sldId="262"/>
            <ac:picMk id="4098" creationId="{C4CE8A7A-5555-876B-9910-36834D271E58}"/>
          </ac:picMkLst>
        </pc:picChg>
        <pc:picChg chg="add del mod replId">
          <ac:chgData name="Kevin Nguyen" userId="56501a3fff1fe514" providerId="LiveId" clId="{54148030-75E0-4E4E-973E-17E9486F25BF}" dt="2023-12-10T12:20:13.929" v="2653" actId="26606"/>
          <ac:picMkLst>
            <pc:docMk/>
            <pc:sldMk cId="144249930" sldId="262"/>
            <ac:picMk id="4104" creationId="{AEF5B130-682B-2AAF-F71E-12D8A63732E5}"/>
          </ac:picMkLst>
        </pc:picChg>
        <pc:picChg chg="add del mod">
          <ac:chgData name="Kevin Nguyen" userId="56501a3fff1fe514" providerId="LiveId" clId="{54148030-75E0-4E4E-973E-17E9486F25BF}" dt="2023-12-10T12:20:59.791" v="2659" actId="1076"/>
          <ac:picMkLst>
            <pc:docMk/>
            <pc:sldMk cId="144249930" sldId="262"/>
            <ac:picMk id="4110" creationId="{5E0C0037-F08E-61F9-2703-5595447F21DA}"/>
          </ac:picMkLst>
        </pc:picChg>
      </pc:sldChg>
      <pc:sldChg chg="modSp mod">
        <pc:chgData name="Kevin Nguyen" userId="56501a3fff1fe514" providerId="LiveId" clId="{54148030-75E0-4E4E-973E-17E9486F25BF}" dt="2023-12-05T22:25:22.904" v="279" actId="20577"/>
        <pc:sldMkLst>
          <pc:docMk/>
          <pc:sldMk cId="1318500460" sldId="263"/>
        </pc:sldMkLst>
        <pc:spChg chg="mod">
          <ac:chgData name="Kevin Nguyen" userId="56501a3fff1fe514" providerId="LiveId" clId="{54148030-75E0-4E4E-973E-17E9486F25BF}" dt="2023-12-05T22:25:22.904" v="279" actId="20577"/>
          <ac:spMkLst>
            <pc:docMk/>
            <pc:sldMk cId="1318500460" sldId="263"/>
            <ac:spMk id="6" creationId="{52A779F9-F1AF-F8A0-DB67-EFE61C3AA676}"/>
          </ac:spMkLst>
        </pc:spChg>
      </pc:sldChg>
      <pc:sldChg chg="modSp mod">
        <pc:chgData name="Kevin Nguyen" userId="56501a3fff1fe514" providerId="LiveId" clId="{54148030-75E0-4E4E-973E-17E9486F25BF}" dt="2023-12-10T11:02:11.654" v="684" actId="20577"/>
        <pc:sldMkLst>
          <pc:docMk/>
          <pc:sldMk cId="2134984220" sldId="267"/>
        </pc:sldMkLst>
        <pc:spChg chg="mod">
          <ac:chgData name="Kevin Nguyen" userId="56501a3fff1fe514" providerId="LiveId" clId="{54148030-75E0-4E4E-973E-17E9486F25BF}" dt="2023-12-10T11:02:11.654" v="684" actId="20577"/>
          <ac:spMkLst>
            <pc:docMk/>
            <pc:sldMk cId="2134984220" sldId="267"/>
            <ac:spMk id="3" creationId="{46FC3A5A-5C0F-92EF-5897-9C5ADE2E2972}"/>
          </ac:spMkLst>
        </pc:spChg>
      </pc:sldChg>
    </pc:docChg>
  </pc:docChgLst>
  <pc:docChgLst>
    <pc:chgData name="Guest User" providerId="Windows Live" clId="Web-{824CD852-05FD-4A5F-A72E-451ECAF1A9C5}"/>
    <pc:docChg chg="delSld modSld">
      <pc:chgData name="Guest User" userId="" providerId="Windows Live" clId="Web-{824CD852-05FD-4A5F-A72E-451ECAF1A9C5}" dt="2023-12-10T15:18:37.512" v="63" actId="20577"/>
      <pc:docMkLst>
        <pc:docMk/>
      </pc:docMkLst>
      <pc:sldChg chg="modSp">
        <pc:chgData name="Guest User" userId="" providerId="Windows Live" clId="Web-{824CD852-05FD-4A5F-A72E-451ECAF1A9C5}" dt="2023-12-10T15:12:55.006" v="22" actId="1076"/>
        <pc:sldMkLst>
          <pc:docMk/>
          <pc:sldMk cId="144249930" sldId="262"/>
        </pc:sldMkLst>
        <pc:picChg chg="mod">
          <ac:chgData name="Guest User" userId="" providerId="Windows Live" clId="Web-{824CD852-05FD-4A5F-A72E-451ECAF1A9C5}" dt="2023-12-10T15:12:55.006" v="22" actId="1076"/>
          <ac:picMkLst>
            <pc:docMk/>
            <pc:sldMk cId="144249930" sldId="262"/>
            <ac:picMk id="4110" creationId="{5E0C0037-F08E-61F9-2703-5595447F21DA}"/>
          </ac:picMkLst>
        </pc:picChg>
      </pc:sldChg>
      <pc:sldChg chg="modSp">
        <pc:chgData name="Guest User" userId="" providerId="Windows Live" clId="Web-{824CD852-05FD-4A5F-A72E-451ECAF1A9C5}" dt="2023-12-10T15:13:14.944" v="40" actId="1076"/>
        <pc:sldMkLst>
          <pc:docMk/>
          <pc:sldMk cId="1726832371" sldId="265"/>
        </pc:sldMkLst>
        <pc:picChg chg="mod">
          <ac:chgData name="Guest User" userId="" providerId="Windows Live" clId="Web-{824CD852-05FD-4A5F-A72E-451ECAF1A9C5}" dt="2023-12-10T15:13:14.944" v="40" actId="1076"/>
          <ac:picMkLst>
            <pc:docMk/>
            <pc:sldMk cId="1726832371" sldId="265"/>
            <ac:picMk id="12" creationId="{85939DA8-65B0-1625-F8FB-996765B6A011}"/>
          </ac:picMkLst>
        </pc:picChg>
      </pc:sldChg>
      <pc:sldChg chg="modSp del">
        <pc:chgData name="Guest User" userId="" providerId="Windows Live" clId="Web-{824CD852-05FD-4A5F-A72E-451ECAF1A9C5}" dt="2023-12-10T15:14:54.263" v="49"/>
        <pc:sldMkLst>
          <pc:docMk/>
          <pc:sldMk cId="2565515233" sldId="266"/>
        </pc:sldMkLst>
        <pc:spChg chg="mod">
          <ac:chgData name="Guest User" userId="" providerId="Windows Live" clId="Web-{824CD852-05FD-4A5F-A72E-451ECAF1A9C5}" dt="2023-12-10T15:14:21.136" v="47" actId="14100"/>
          <ac:spMkLst>
            <pc:docMk/>
            <pc:sldMk cId="2565515233" sldId="266"/>
            <ac:spMk id="2" creationId="{6A7B8B9D-F5E6-2848-AF34-03716604D555}"/>
          </ac:spMkLst>
        </pc:spChg>
        <pc:spChg chg="mod">
          <ac:chgData name="Guest User" userId="" providerId="Windows Live" clId="Web-{824CD852-05FD-4A5F-A72E-451ECAF1A9C5}" dt="2023-12-10T15:12:56.099" v="39" actId="20577"/>
          <ac:spMkLst>
            <pc:docMk/>
            <pc:sldMk cId="2565515233" sldId="266"/>
            <ac:spMk id="8" creationId="{C83C11CC-4E81-98B7-A26D-C201799CB6BE}"/>
          </ac:spMkLst>
        </pc:spChg>
        <pc:picChg chg="mod">
          <ac:chgData name="Guest User" userId="" providerId="Windows Live" clId="Web-{824CD852-05FD-4A5F-A72E-451ECAF1A9C5}" dt="2023-12-10T15:14:40.043" v="48" actId="1076"/>
          <ac:picMkLst>
            <pc:docMk/>
            <pc:sldMk cId="2565515233" sldId="266"/>
            <ac:picMk id="5" creationId="{D447D2BA-BFA4-1B1A-BE3B-32B51070C5F2}"/>
          </ac:picMkLst>
        </pc:picChg>
      </pc:sldChg>
      <pc:sldChg chg="modSp">
        <pc:chgData name="Guest User" userId="" providerId="Windows Live" clId="Web-{824CD852-05FD-4A5F-A72E-451ECAF1A9C5}" dt="2023-12-10T15:18:37.512" v="63" actId="20577"/>
        <pc:sldMkLst>
          <pc:docMk/>
          <pc:sldMk cId="3786244902" sldId="270"/>
        </pc:sldMkLst>
        <pc:spChg chg="mod">
          <ac:chgData name="Guest User" userId="" providerId="Windows Live" clId="Web-{824CD852-05FD-4A5F-A72E-451ECAF1A9C5}" dt="2023-12-10T15:17:06.412" v="60" actId="14100"/>
          <ac:spMkLst>
            <pc:docMk/>
            <pc:sldMk cId="3786244902" sldId="270"/>
            <ac:spMk id="2" creationId="{20D37D86-5378-4BC0-3E1C-0428615A6820}"/>
          </ac:spMkLst>
        </pc:spChg>
        <pc:spChg chg="mod">
          <ac:chgData name="Guest User" userId="" providerId="Windows Live" clId="Web-{824CD852-05FD-4A5F-A72E-451ECAF1A9C5}" dt="2023-12-10T15:18:37.512" v="63" actId="20577"/>
          <ac:spMkLst>
            <pc:docMk/>
            <pc:sldMk cId="3786244902" sldId="270"/>
            <ac:spMk id="3" creationId="{4E52F0BF-97FE-7583-646A-B97FB9B740FC}"/>
          </ac:spMkLst>
        </pc:spChg>
      </pc:sldChg>
    </pc:docChg>
  </pc:docChgLst>
  <pc:docChgLst>
    <pc:chgData name="Guest User" providerId="Windows Live" clId="Web-{3025D26B-21B9-4248-8F8E-BA62C0AE524C}"/>
    <pc:docChg chg="modSld modMainMaster">
      <pc:chgData name="Guest User" userId="" providerId="Windows Live" clId="Web-{3025D26B-21B9-4248-8F8E-BA62C0AE524C}" dt="2023-12-11T00:16:23.778" v="79" actId="20577"/>
      <pc:docMkLst>
        <pc:docMk/>
      </pc:docMkLst>
      <pc:sldChg chg="mod">
        <pc:chgData name="Guest User" userId="" providerId="Windows Live" clId="Web-{3025D26B-21B9-4248-8F8E-BA62C0AE524C}" dt="2023-12-11T00:10:09.622" v="57"/>
        <pc:sldMkLst>
          <pc:docMk/>
          <pc:sldMk cId="3811886479" sldId="256"/>
        </pc:sldMkLst>
      </pc:sldChg>
      <pc:sldChg chg="mod">
        <pc:chgData name="Guest User" userId="" providerId="Windows Live" clId="Web-{3025D26B-21B9-4248-8F8E-BA62C0AE524C}" dt="2023-12-11T00:10:09.622" v="57"/>
        <pc:sldMkLst>
          <pc:docMk/>
          <pc:sldMk cId="550989792" sldId="257"/>
        </pc:sldMkLst>
      </pc:sldChg>
      <pc:sldChg chg="modSp mod">
        <pc:chgData name="Guest User" userId="" providerId="Windows Live" clId="Web-{3025D26B-21B9-4248-8F8E-BA62C0AE524C}" dt="2023-12-11T00:16:23.778" v="79" actId="20577"/>
        <pc:sldMkLst>
          <pc:docMk/>
          <pc:sldMk cId="238147648" sldId="258"/>
        </pc:sldMkLst>
        <pc:spChg chg="mod">
          <ac:chgData name="Guest User" userId="" providerId="Windows Live" clId="Web-{3025D26B-21B9-4248-8F8E-BA62C0AE524C}" dt="2023-12-11T00:16:23.778" v="79" actId="20577"/>
          <ac:spMkLst>
            <pc:docMk/>
            <pc:sldMk cId="238147648" sldId="258"/>
            <ac:spMk id="2" creationId="{B1AD4AE2-C2C0-95E9-E689-C5B127F8C120}"/>
          </ac:spMkLst>
        </pc:spChg>
      </pc:sldChg>
      <pc:sldChg chg="modSp mod">
        <pc:chgData name="Guest User" userId="" providerId="Windows Live" clId="Web-{3025D26B-21B9-4248-8F8E-BA62C0AE524C}" dt="2023-12-11T00:10:53.407" v="59" actId="20577"/>
        <pc:sldMkLst>
          <pc:docMk/>
          <pc:sldMk cId="3537974312" sldId="260"/>
        </pc:sldMkLst>
        <pc:spChg chg="mod">
          <ac:chgData name="Guest User" userId="" providerId="Windows Live" clId="Web-{3025D26B-21B9-4248-8F8E-BA62C0AE524C}" dt="2023-12-11T00:10:53.407" v="59" actId="20577"/>
          <ac:spMkLst>
            <pc:docMk/>
            <pc:sldMk cId="3537974312" sldId="260"/>
            <ac:spMk id="2" creationId="{860CE814-673B-834A-A3FD-9F118B56F18C}"/>
          </ac:spMkLst>
        </pc:spChg>
      </pc:sldChg>
      <pc:sldChg chg="modSp mod">
        <pc:chgData name="Guest User" userId="" providerId="Windows Live" clId="Web-{3025D26B-21B9-4248-8F8E-BA62C0AE524C}" dt="2023-12-11T00:15:54.260" v="77" actId="20577"/>
        <pc:sldMkLst>
          <pc:docMk/>
          <pc:sldMk cId="3079793993" sldId="261"/>
        </pc:sldMkLst>
        <pc:spChg chg="mod">
          <ac:chgData name="Guest User" userId="" providerId="Windows Live" clId="Web-{3025D26B-21B9-4248-8F8E-BA62C0AE524C}" dt="2023-12-11T00:15:54.260" v="77" actId="20577"/>
          <ac:spMkLst>
            <pc:docMk/>
            <pc:sldMk cId="3079793993" sldId="261"/>
            <ac:spMk id="2" creationId="{CDE89568-C365-24AD-548D-295B98D4366B}"/>
          </ac:spMkLst>
        </pc:spChg>
      </pc:sldChg>
      <pc:sldChg chg="mod">
        <pc:chgData name="Guest User" userId="" providerId="Windows Live" clId="Web-{3025D26B-21B9-4248-8F8E-BA62C0AE524C}" dt="2023-12-11T00:10:09.622" v="57"/>
        <pc:sldMkLst>
          <pc:docMk/>
          <pc:sldMk cId="144249930" sldId="262"/>
        </pc:sldMkLst>
      </pc:sldChg>
      <pc:sldChg chg="modSp mod">
        <pc:chgData name="Guest User" userId="" providerId="Windows Live" clId="Web-{3025D26B-21B9-4248-8F8E-BA62C0AE524C}" dt="2023-12-11T00:10:09.622" v="57"/>
        <pc:sldMkLst>
          <pc:docMk/>
          <pc:sldMk cId="1318500460" sldId="263"/>
        </pc:sldMkLst>
        <pc:spChg chg="mod">
          <ac:chgData name="Guest User" userId="" providerId="Windows Live" clId="Web-{3025D26B-21B9-4248-8F8E-BA62C0AE524C}" dt="2023-12-10T23:58:38.098" v="12" actId="20577"/>
          <ac:spMkLst>
            <pc:docMk/>
            <pc:sldMk cId="1318500460" sldId="263"/>
            <ac:spMk id="4" creationId="{F2A26F54-5DF5-5E77-A370-88120A7A9EB2}"/>
          </ac:spMkLst>
        </pc:spChg>
        <pc:spChg chg="mod">
          <ac:chgData name="Guest User" userId="" providerId="Windows Live" clId="Web-{3025D26B-21B9-4248-8F8E-BA62C0AE524C}" dt="2023-12-10T23:57:00.403" v="4"/>
          <ac:spMkLst>
            <pc:docMk/>
            <pc:sldMk cId="1318500460" sldId="263"/>
            <ac:spMk id="23" creationId="{55D4142C-5077-457F-A6AD-3FECFDB39685}"/>
          </ac:spMkLst>
        </pc:spChg>
      </pc:sldChg>
      <pc:sldChg chg="modSp mod">
        <pc:chgData name="Guest User" userId="" providerId="Windows Live" clId="Web-{3025D26B-21B9-4248-8F8E-BA62C0AE524C}" dt="2023-12-11T00:11:16.097" v="60" actId="20577"/>
        <pc:sldMkLst>
          <pc:docMk/>
          <pc:sldMk cId="2643178516" sldId="264"/>
        </pc:sldMkLst>
        <pc:spChg chg="mod">
          <ac:chgData name="Guest User" userId="" providerId="Windows Live" clId="Web-{3025D26B-21B9-4248-8F8E-BA62C0AE524C}" dt="2023-12-11T00:11:16.097" v="60" actId="20577"/>
          <ac:spMkLst>
            <pc:docMk/>
            <pc:sldMk cId="2643178516" sldId="264"/>
            <ac:spMk id="4" creationId="{763962A0-9594-47F1-5EAB-1304317C573D}"/>
          </ac:spMkLst>
        </pc:spChg>
        <pc:spChg chg="mod">
          <ac:chgData name="Guest User" userId="" providerId="Windows Live" clId="Web-{3025D26B-21B9-4248-8F8E-BA62C0AE524C}" dt="2023-12-10T23:56:42.745" v="2"/>
          <ac:spMkLst>
            <pc:docMk/>
            <pc:sldMk cId="2643178516" sldId="264"/>
            <ac:spMk id="14" creationId="{55D4142C-5077-457F-A6AD-3FECFDB39685}"/>
          </ac:spMkLst>
        </pc:spChg>
      </pc:sldChg>
      <pc:sldChg chg="modSp mod">
        <pc:chgData name="Guest User" userId="" providerId="Windows Live" clId="Web-{3025D26B-21B9-4248-8F8E-BA62C0AE524C}" dt="2023-12-11T00:10:29.358" v="58" actId="20577"/>
        <pc:sldMkLst>
          <pc:docMk/>
          <pc:sldMk cId="1726832371" sldId="265"/>
        </pc:sldMkLst>
        <pc:spChg chg="mod">
          <ac:chgData name="Guest User" userId="" providerId="Windows Live" clId="Web-{3025D26B-21B9-4248-8F8E-BA62C0AE524C}" dt="2023-12-11T00:10:29.358" v="58" actId="20577"/>
          <ac:spMkLst>
            <pc:docMk/>
            <pc:sldMk cId="1726832371" sldId="265"/>
            <ac:spMk id="2" creationId="{68D6E31A-B12A-C96C-90A7-9E6F4CB0518B}"/>
          </ac:spMkLst>
        </pc:spChg>
        <pc:spChg chg="mod">
          <ac:chgData name="Guest User" userId="" providerId="Windows Live" clId="Web-{3025D26B-21B9-4248-8F8E-BA62C0AE524C}" dt="2023-12-11T00:01:28.612" v="29" actId="20577"/>
          <ac:spMkLst>
            <pc:docMk/>
            <pc:sldMk cId="1726832371" sldId="265"/>
            <ac:spMk id="10" creationId="{397C2EC4-1F71-5E87-FD89-E424B0843D1E}"/>
          </ac:spMkLst>
        </pc:spChg>
      </pc:sldChg>
      <pc:sldChg chg="modSp mod">
        <pc:chgData name="Guest User" userId="" providerId="Windows Live" clId="Web-{3025D26B-21B9-4248-8F8E-BA62C0AE524C}" dt="2023-12-11T00:10:09.622" v="57"/>
        <pc:sldMkLst>
          <pc:docMk/>
          <pc:sldMk cId="2134984220" sldId="267"/>
        </pc:sldMkLst>
        <pc:spChg chg="mod">
          <ac:chgData name="Guest User" userId="" providerId="Windows Live" clId="Web-{3025D26B-21B9-4248-8F8E-BA62C0AE524C}" dt="2023-12-11T00:06:57.310" v="44" actId="20577"/>
          <ac:spMkLst>
            <pc:docMk/>
            <pc:sldMk cId="2134984220" sldId="267"/>
            <ac:spMk id="2" creationId="{9DD06E7F-CBE7-DF95-00CC-21C146766EF3}"/>
          </ac:spMkLst>
        </pc:spChg>
        <pc:spChg chg="mod">
          <ac:chgData name="Guest User" userId="" providerId="Windows Live" clId="Web-{3025D26B-21B9-4248-8F8E-BA62C0AE524C}" dt="2023-12-11T00:07:51.643" v="52" actId="20577"/>
          <ac:spMkLst>
            <pc:docMk/>
            <pc:sldMk cId="2134984220" sldId="267"/>
            <ac:spMk id="3" creationId="{46FC3A5A-5C0F-92EF-5897-9C5ADE2E2972}"/>
          </ac:spMkLst>
        </pc:spChg>
      </pc:sldChg>
      <pc:sldChg chg="mod">
        <pc:chgData name="Guest User" userId="" providerId="Windows Live" clId="Web-{3025D26B-21B9-4248-8F8E-BA62C0AE524C}" dt="2023-12-11T00:10:09.622" v="57"/>
        <pc:sldMkLst>
          <pc:docMk/>
          <pc:sldMk cId="3528857262" sldId="268"/>
        </pc:sldMkLst>
      </pc:sldChg>
      <pc:sldChg chg="mod">
        <pc:chgData name="Guest User" userId="" providerId="Windows Live" clId="Web-{3025D26B-21B9-4248-8F8E-BA62C0AE524C}" dt="2023-12-11T00:10:09.622" v="57"/>
        <pc:sldMkLst>
          <pc:docMk/>
          <pc:sldMk cId="3259415068" sldId="269"/>
        </pc:sldMkLst>
      </pc:sldChg>
      <pc:sldChg chg="modSp mod setBg">
        <pc:chgData name="Guest User" userId="" providerId="Windows Live" clId="Web-{3025D26B-21B9-4248-8F8E-BA62C0AE524C}" dt="2023-12-11T00:10:09.622" v="57"/>
        <pc:sldMkLst>
          <pc:docMk/>
          <pc:sldMk cId="1415606268" sldId="271"/>
        </pc:sldMkLst>
        <pc:spChg chg="mod">
          <ac:chgData name="Guest User" userId="" providerId="Windows Live" clId="Web-{3025D26B-21B9-4248-8F8E-BA62C0AE524C}" dt="2023-12-11T00:09:23.978" v="53" actId="14100"/>
          <ac:spMkLst>
            <pc:docMk/>
            <pc:sldMk cId="1415606268" sldId="271"/>
            <ac:spMk id="2" creationId="{42450670-0B3E-1B73-2CA3-3F1E8B68569C}"/>
          </ac:spMkLst>
        </pc:spChg>
      </pc:sldChg>
      <pc:sldChg chg="modSp mod">
        <pc:chgData name="Guest User" userId="" providerId="Windows Live" clId="Web-{3025D26B-21B9-4248-8F8E-BA62C0AE524C}" dt="2023-12-11T00:12:29.993" v="61" actId="20577"/>
        <pc:sldMkLst>
          <pc:docMk/>
          <pc:sldMk cId="3603684928" sldId="272"/>
        </pc:sldMkLst>
        <pc:spChg chg="mod">
          <ac:chgData name="Guest User" userId="" providerId="Windows Live" clId="Web-{3025D26B-21B9-4248-8F8E-BA62C0AE524C}" dt="2023-12-11T00:12:29.993" v="61" actId="20577"/>
          <ac:spMkLst>
            <pc:docMk/>
            <pc:sldMk cId="3603684928" sldId="272"/>
            <ac:spMk id="2" creationId="{D7E56629-DA0F-D3F2-083B-8D2C8E00B934}"/>
          </ac:spMkLst>
        </pc:spChg>
      </pc:sldChg>
      <pc:sldChg chg="modSp mod">
        <pc:chgData name="Guest User" userId="" providerId="Windows Live" clId="Web-{3025D26B-21B9-4248-8F8E-BA62C0AE524C}" dt="2023-12-11T00:14:37.379" v="75" actId="20577"/>
        <pc:sldMkLst>
          <pc:docMk/>
          <pc:sldMk cId="4194835316" sldId="273"/>
        </pc:sldMkLst>
        <pc:spChg chg="mod">
          <ac:chgData name="Guest User" userId="" providerId="Windows Live" clId="Web-{3025D26B-21B9-4248-8F8E-BA62C0AE524C}" dt="2023-12-11T00:14:12.439" v="72" actId="20577"/>
          <ac:spMkLst>
            <pc:docMk/>
            <pc:sldMk cId="4194835316" sldId="273"/>
            <ac:spMk id="2" creationId="{C29B9BED-C5D6-53A5-5BE4-F534F6CD802C}"/>
          </ac:spMkLst>
        </pc:spChg>
        <pc:graphicFrameChg chg="modGraphic">
          <ac:chgData name="Guest User" userId="" providerId="Windows Live" clId="Web-{3025D26B-21B9-4248-8F8E-BA62C0AE524C}" dt="2023-12-11T00:14:37.379" v="75" actId="20577"/>
          <ac:graphicFrameMkLst>
            <pc:docMk/>
            <pc:sldMk cId="4194835316" sldId="273"/>
            <ac:graphicFrameMk id="196" creationId="{70F0E5D3-9AC6-DCCC-D519-D28F951E3778}"/>
          </ac:graphicFrameMkLst>
        </pc:graphicFrameChg>
      </pc:sldChg>
      <pc:sldMasterChg chg="mod setBg modSldLayout">
        <pc:chgData name="Guest User" userId="" providerId="Windows Live" clId="Web-{3025D26B-21B9-4248-8F8E-BA62C0AE524C}" dt="2023-12-11T00:10:09.622" v="57"/>
        <pc:sldMasterMkLst>
          <pc:docMk/>
          <pc:sldMasterMk cId="2786828381" sldId="2147483660"/>
        </pc:sldMasterMkLst>
        <pc:sldLayoutChg chg="mod">
          <pc:chgData name="Guest User" userId="" providerId="Windows Live" clId="Web-{3025D26B-21B9-4248-8F8E-BA62C0AE524C}" dt="2023-12-11T00:10:09.622" v="57"/>
          <pc:sldLayoutMkLst>
            <pc:docMk/>
            <pc:sldMasterMk cId="2786828381" sldId="2147483660"/>
            <pc:sldLayoutMk cId="4244708002" sldId="2147483661"/>
          </pc:sldLayoutMkLst>
        </pc:sldLayoutChg>
        <pc:sldLayoutChg chg="mod">
          <pc:chgData name="Guest User" userId="" providerId="Windows Live" clId="Web-{3025D26B-21B9-4248-8F8E-BA62C0AE524C}" dt="2023-12-11T00:10:09.622" v="57"/>
          <pc:sldLayoutMkLst>
            <pc:docMk/>
            <pc:sldMasterMk cId="2786828381" sldId="2147483660"/>
            <pc:sldLayoutMk cId="299954503" sldId="2147483662"/>
          </pc:sldLayoutMkLst>
        </pc:sldLayoutChg>
        <pc:sldLayoutChg chg="mod">
          <pc:chgData name="Guest User" userId="" providerId="Windows Live" clId="Web-{3025D26B-21B9-4248-8F8E-BA62C0AE524C}" dt="2023-12-11T00:10:09.622" v="57"/>
          <pc:sldLayoutMkLst>
            <pc:docMk/>
            <pc:sldMasterMk cId="2786828381" sldId="2147483660"/>
            <pc:sldLayoutMk cId="1336966540" sldId="2147483663"/>
          </pc:sldLayoutMkLst>
        </pc:sldLayoutChg>
        <pc:sldLayoutChg chg="mod">
          <pc:chgData name="Guest User" userId="" providerId="Windows Live" clId="Web-{3025D26B-21B9-4248-8F8E-BA62C0AE524C}" dt="2023-12-11T00:10:09.622" v="57"/>
          <pc:sldLayoutMkLst>
            <pc:docMk/>
            <pc:sldMasterMk cId="2786828381" sldId="2147483660"/>
            <pc:sldLayoutMk cId="1296441782" sldId="2147483664"/>
          </pc:sldLayoutMkLst>
        </pc:sldLayoutChg>
        <pc:sldLayoutChg chg="mod">
          <pc:chgData name="Guest User" userId="" providerId="Windows Live" clId="Web-{3025D26B-21B9-4248-8F8E-BA62C0AE524C}" dt="2023-12-11T00:10:09.622" v="57"/>
          <pc:sldLayoutMkLst>
            <pc:docMk/>
            <pc:sldMasterMk cId="2786828381" sldId="2147483660"/>
            <pc:sldLayoutMk cId="3889150958" sldId="2147483665"/>
          </pc:sldLayoutMkLst>
        </pc:sldLayoutChg>
        <pc:sldLayoutChg chg="mod">
          <pc:chgData name="Guest User" userId="" providerId="Windows Live" clId="Web-{3025D26B-21B9-4248-8F8E-BA62C0AE524C}" dt="2023-12-11T00:10:09.622" v="57"/>
          <pc:sldLayoutMkLst>
            <pc:docMk/>
            <pc:sldMasterMk cId="2786828381" sldId="2147483660"/>
            <pc:sldLayoutMk cId="4254041614" sldId="2147483666"/>
          </pc:sldLayoutMkLst>
        </pc:sldLayoutChg>
        <pc:sldLayoutChg chg="mod">
          <pc:chgData name="Guest User" userId="" providerId="Windows Live" clId="Web-{3025D26B-21B9-4248-8F8E-BA62C0AE524C}" dt="2023-12-11T00:10:09.622" v="57"/>
          <pc:sldLayoutMkLst>
            <pc:docMk/>
            <pc:sldMasterMk cId="2786828381" sldId="2147483660"/>
            <pc:sldLayoutMk cId="1103393369" sldId="2147483667"/>
          </pc:sldLayoutMkLst>
        </pc:sldLayoutChg>
        <pc:sldLayoutChg chg="mod">
          <pc:chgData name="Guest User" userId="" providerId="Windows Live" clId="Web-{3025D26B-21B9-4248-8F8E-BA62C0AE524C}" dt="2023-12-11T00:10:09.622" v="57"/>
          <pc:sldLayoutMkLst>
            <pc:docMk/>
            <pc:sldMasterMk cId="2786828381" sldId="2147483660"/>
            <pc:sldLayoutMk cId="1546500484" sldId="2147483668"/>
          </pc:sldLayoutMkLst>
        </pc:sldLayoutChg>
        <pc:sldLayoutChg chg="mod">
          <pc:chgData name="Guest User" userId="" providerId="Windows Live" clId="Web-{3025D26B-21B9-4248-8F8E-BA62C0AE524C}" dt="2023-12-11T00:10:09.622" v="57"/>
          <pc:sldLayoutMkLst>
            <pc:docMk/>
            <pc:sldMasterMk cId="2786828381" sldId="2147483660"/>
            <pc:sldLayoutMk cId="1196883170" sldId="2147483669"/>
          </pc:sldLayoutMkLst>
        </pc:sldLayoutChg>
        <pc:sldLayoutChg chg="mod">
          <pc:chgData name="Guest User" userId="" providerId="Windows Live" clId="Web-{3025D26B-21B9-4248-8F8E-BA62C0AE524C}" dt="2023-12-11T00:10:09.622" v="57"/>
          <pc:sldLayoutMkLst>
            <pc:docMk/>
            <pc:sldMasterMk cId="2786828381" sldId="2147483660"/>
            <pc:sldLayoutMk cId="1983013192" sldId="2147483670"/>
          </pc:sldLayoutMkLst>
        </pc:sldLayoutChg>
        <pc:sldLayoutChg chg="mod">
          <pc:chgData name="Guest User" userId="" providerId="Windows Live" clId="Web-{3025D26B-21B9-4248-8F8E-BA62C0AE524C}" dt="2023-12-11T00:10:09.622" v="57"/>
          <pc:sldLayoutMkLst>
            <pc:docMk/>
            <pc:sldMasterMk cId="2786828381" sldId="2147483660"/>
            <pc:sldLayoutMk cId="4238227384" sldId="2147483671"/>
          </pc:sldLayoutMkLst>
        </pc:sldLayoutChg>
      </pc:sldMasterChg>
    </pc:docChg>
  </pc:docChgLst>
  <pc:docChgLst>
    <pc:chgData name="Guest User" providerId="Windows Live" clId="Web-{F88AA545-69E5-4E1A-94A4-AE5FE28DD08D}"/>
    <pc:docChg chg="modSld">
      <pc:chgData name="Guest User" userId="" providerId="Windows Live" clId="Web-{F88AA545-69E5-4E1A-94A4-AE5FE28DD08D}" dt="2023-12-10T02:28:05.993" v="244" actId="20577"/>
      <pc:docMkLst>
        <pc:docMk/>
      </pc:docMkLst>
      <pc:sldChg chg="addSp delSp modSp mod setBg">
        <pc:chgData name="Guest User" userId="" providerId="Windows Live" clId="Web-{F88AA545-69E5-4E1A-94A4-AE5FE28DD08D}" dt="2023-12-10T02:08:30.092" v="117" actId="20577"/>
        <pc:sldMkLst>
          <pc:docMk/>
          <pc:sldMk cId="1318500460" sldId="263"/>
        </pc:sldMkLst>
        <pc:spChg chg="add del mod">
          <ac:chgData name="Guest User" userId="" providerId="Windows Live" clId="Web-{F88AA545-69E5-4E1A-94A4-AE5FE28DD08D}" dt="2023-12-10T02:05:29.445" v="82"/>
          <ac:spMkLst>
            <pc:docMk/>
            <pc:sldMk cId="1318500460" sldId="263"/>
            <ac:spMk id="3" creationId="{CC9216DE-1332-3D2E-465B-BF6AE601119F}"/>
          </ac:spMkLst>
        </pc:spChg>
        <pc:spChg chg="del mod">
          <ac:chgData name="Guest User" userId="" providerId="Windows Live" clId="Web-{F88AA545-69E5-4E1A-94A4-AE5FE28DD08D}" dt="2023-12-09T21:42:39.574" v="25"/>
          <ac:spMkLst>
            <pc:docMk/>
            <pc:sldMk cId="1318500460" sldId="263"/>
            <ac:spMk id="3" creationId="{D94490E3-FB68-715B-5796-A99FCA34FE78}"/>
          </ac:spMkLst>
        </pc:spChg>
        <pc:spChg chg="del mod replId">
          <ac:chgData name="Guest User" userId="" providerId="Windows Live" clId="Web-{F88AA545-69E5-4E1A-94A4-AE5FE28DD08D}" dt="2023-12-09T21:42:39.574" v="25"/>
          <ac:spMkLst>
            <pc:docMk/>
            <pc:sldMk cId="1318500460" sldId="263"/>
            <ac:spMk id="6" creationId="{52A779F9-F1AF-F8A0-DB67-EFE61C3AA676}"/>
          </ac:spMkLst>
        </pc:spChg>
        <pc:spChg chg="add del">
          <ac:chgData name="Guest User" userId="" providerId="Windows Live" clId="Web-{F88AA545-69E5-4E1A-94A4-AE5FE28DD08D}" dt="2023-12-10T00:01:25.019" v="62"/>
          <ac:spMkLst>
            <pc:docMk/>
            <pc:sldMk cId="1318500460" sldId="263"/>
            <ac:spMk id="9" creationId="{5A59F003-E00A-43F9-91DC-CC54E3B87466}"/>
          </ac:spMkLst>
        </pc:spChg>
        <pc:spChg chg="add mod">
          <ac:chgData name="Guest User" userId="" providerId="Windows Live" clId="Web-{F88AA545-69E5-4E1A-94A4-AE5FE28DD08D}" dt="2023-12-10T02:08:10.545" v="114" actId="14100"/>
          <ac:spMkLst>
            <pc:docMk/>
            <pc:sldMk cId="1318500460" sldId="263"/>
            <ac:spMk id="9" creationId="{80AFF52C-B35E-7F2F-09A8-7C4DA2A81B7D}"/>
          </ac:spMkLst>
        </pc:spChg>
        <pc:spChg chg="add del">
          <ac:chgData name="Guest User" userId="" providerId="Windows Live" clId="Web-{F88AA545-69E5-4E1A-94A4-AE5FE28DD08D}" dt="2023-12-10T00:01:25.019" v="62"/>
          <ac:spMkLst>
            <pc:docMk/>
            <pc:sldMk cId="1318500460" sldId="263"/>
            <ac:spMk id="11" creationId="{D74A4382-E3AD-430A-9A1F-DFA3E0E77A7D}"/>
          </ac:spMkLst>
        </pc:spChg>
        <pc:spChg chg="add mod">
          <ac:chgData name="Guest User" userId="" providerId="Windows Live" clId="Web-{F88AA545-69E5-4E1A-94A4-AE5FE28DD08D}" dt="2023-12-10T02:08:30.092" v="117" actId="20577"/>
          <ac:spMkLst>
            <pc:docMk/>
            <pc:sldMk cId="1318500460" sldId="263"/>
            <ac:spMk id="11" creationId="{FFF3D199-B38E-0AB0-EB99-14BB134C15FC}"/>
          </ac:spMkLst>
        </pc:spChg>
        <pc:spChg chg="add del mod">
          <ac:chgData name="Guest User" userId="" providerId="Windows Live" clId="Web-{F88AA545-69E5-4E1A-94A4-AE5FE28DD08D}" dt="2023-12-10T00:01:25.019" v="62"/>
          <ac:spMkLst>
            <pc:docMk/>
            <pc:sldMk cId="1318500460" sldId="263"/>
            <ac:spMk id="13" creationId="{79F40191-0F44-4FD1-82CC-ACB507C14BE6}"/>
          </ac:spMkLst>
        </pc:spChg>
        <pc:spChg chg="add del mod replId">
          <ac:chgData name="Guest User" userId="" providerId="Windows Live" clId="Web-{F88AA545-69E5-4E1A-94A4-AE5FE28DD08D}" dt="2023-12-10T00:01:25.019" v="62"/>
          <ac:spMkLst>
            <pc:docMk/>
            <pc:sldMk cId="1318500460" sldId="263"/>
            <ac:spMk id="16" creationId="{FD723CF9-8321-2462-158B-05FA4593326C}"/>
          </ac:spMkLst>
        </pc:spChg>
        <pc:spChg chg="add del">
          <ac:chgData name="Guest User" userId="" providerId="Windows Live" clId="Web-{F88AA545-69E5-4E1A-94A4-AE5FE28DD08D}" dt="2023-12-10T02:04:52.335" v="79"/>
          <ac:spMkLst>
            <pc:docMk/>
            <pc:sldMk cId="1318500460" sldId="263"/>
            <ac:spMk id="18" creationId="{0671A8AE-40A1-4631-A6B8-581AFF065482}"/>
          </ac:spMkLst>
        </pc:spChg>
        <pc:spChg chg="add del">
          <ac:chgData name="Guest User" userId="" providerId="Windows Live" clId="Web-{F88AA545-69E5-4E1A-94A4-AE5FE28DD08D}" dt="2023-12-10T02:04:52.335" v="79"/>
          <ac:spMkLst>
            <pc:docMk/>
            <pc:sldMk cId="1318500460" sldId="263"/>
            <ac:spMk id="20" creationId="{AB58EF07-17C2-48CF-ABB0-EEF1F17CB8F0}"/>
          </ac:spMkLst>
        </pc:spChg>
        <pc:spChg chg="add del mod">
          <ac:chgData name="Guest User" userId="" providerId="Windows Live" clId="Web-{F88AA545-69E5-4E1A-94A4-AE5FE28DD08D}" dt="2023-12-10T02:04:52.335" v="79"/>
          <ac:spMkLst>
            <pc:docMk/>
            <pc:sldMk cId="1318500460" sldId="263"/>
            <ac:spMk id="22" creationId="{AF2F604E-43BE-4DC3-B983-E071523364F8}"/>
          </ac:spMkLst>
        </pc:spChg>
        <pc:spChg chg="add del">
          <ac:chgData name="Guest User" userId="" providerId="Windows Live" clId="Web-{F88AA545-69E5-4E1A-94A4-AE5FE28DD08D}" dt="2023-12-10T02:04:52.335" v="79"/>
          <ac:spMkLst>
            <pc:docMk/>
            <pc:sldMk cId="1318500460" sldId="263"/>
            <ac:spMk id="24" creationId="{08C9B587-E65E-4B52-B37C-ABEBB6E87928}"/>
          </ac:spMkLst>
        </pc:spChg>
        <pc:spChg chg="add del mod replId">
          <ac:chgData name="Guest User" userId="" providerId="Windows Live" clId="Web-{F88AA545-69E5-4E1A-94A4-AE5FE28DD08D}" dt="2023-12-10T02:04:52.335" v="79"/>
          <ac:spMkLst>
            <pc:docMk/>
            <pc:sldMk cId="1318500460" sldId="263"/>
            <ac:spMk id="27" creationId="{441B5669-EFB6-CA5F-DEFA-AADCA2CC36EA}"/>
          </ac:spMkLst>
        </pc:spChg>
        <pc:spChg chg="add del mod replId">
          <ac:chgData name="Guest User" userId="" providerId="Windows Live" clId="Web-{F88AA545-69E5-4E1A-94A4-AE5FE28DD08D}" dt="2023-12-10T02:04:52.335" v="79"/>
          <ac:spMkLst>
            <pc:docMk/>
            <pc:sldMk cId="1318500460" sldId="263"/>
            <ac:spMk id="28" creationId="{8EA3E385-837E-7AF8-EB68-D1224E4DCBF3}"/>
          </ac:spMkLst>
        </pc:spChg>
        <pc:spChg chg="add">
          <ac:chgData name="Guest User" userId="" providerId="Windows Live" clId="Web-{F88AA545-69E5-4E1A-94A4-AE5FE28DD08D}" dt="2023-12-10T02:04:52.335" v="79"/>
          <ac:spMkLst>
            <pc:docMk/>
            <pc:sldMk cId="1318500460" sldId="263"/>
            <ac:spMk id="29" creationId="{8FC9BE17-9A7B-462D-AE50-3D8777387304}"/>
          </ac:spMkLst>
        </pc:spChg>
        <pc:spChg chg="add">
          <ac:chgData name="Guest User" userId="" providerId="Windows Live" clId="Web-{F88AA545-69E5-4E1A-94A4-AE5FE28DD08D}" dt="2023-12-10T02:04:52.335" v="79"/>
          <ac:spMkLst>
            <pc:docMk/>
            <pc:sldMk cId="1318500460" sldId="263"/>
            <ac:spMk id="31" creationId="{3EBE8569-6AEC-4B8C-8D53-2DE337CDBA65}"/>
          </ac:spMkLst>
        </pc:spChg>
        <pc:spChg chg="add mod">
          <ac:chgData name="Guest User" userId="" providerId="Windows Live" clId="Web-{F88AA545-69E5-4E1A-94A4-AE5FE28DD08D}" dt="2023-12-10T02:08:14.498" v="115"/>
          <ac:spMkLst>
            <pc:docMk/>
            <pc:sldMk cId="1318500460" sldId="263"/>
            <ac:spMk id="33" creationId="{55D4142C-5077-457F-A6AD-3FECFDB39685}"/>
          </ac:spMkLst>
        </pc:spChg>
        <pc:spChg chg="add">
          <ac:chgData name="Guest User" userId="" providerId="Windows Live" clId="Web-{F88AA545-69E5-4E1A-94A4-AE5FE28DD08D}" dt="2023-12-10T02:04:52.335" v="79"/>
          <ac:spMkLst>
            <pc:docMk/>
            <pc:sldMk cId="1318500460" sldId="263"/>
            <ac:spMk id="35" creationId="{7A5F0580-5EE9-419F-96EE-B6529EF6E7D0}"/>
          </ac:spMkLst>
        </pc:spChg>
        <pc:picChg chg="add mod">
          <ac:chgData name="Guest User" userId="" providerId="Windows Live" clId="Web-{F88AA545-69E5-4E1A-94A4-AE5FE28DD08D}" dt="2023-12-10T02:07:38.418" v="110" actId="1076"/>
          <ac:picMkLst>
            <pc:docMk/>
            <pc:sldMk cId="1318500460" sldId="263"/>
            <ac:picMk id="8" creationId="{A76B3AC7-FAE1-4554-3766-64328453DE76}"/>
          </ac:picMkLst>
        </pc:picChg>
        <pc:picChg chg="add del mod replId">
          <ac:chgData name="Guest User" userId="" providerId="Windows Live" clId="Web-{F88AA545-69E5-4E1A-94A4-AE5FE28DD08D}" dt="2023-12-10T00:01:25.019" v="62"/>
          <ac:picMkLst>
            <pc:docMk/>
            <pc:sldMk cId="1318500460" sldId="263"/>
            <ac:picMk id="15" creationId="{EED64FAE-989B-384C-6815-A3F09B02815D}"/>
          </ac:picMkLst>
        </pc:picChg>
        <pc:picChg chg="add del mod replId">
          <ac:chgData name="Guest User" userId="" providerId="Windows Live" clId="Web-{F88AA545-69E5-4E1A-94A4-AE5FE28DD08D}" dt="2023-12-10T02:04:52.335" v="79"/>
          <ac:picMkLst>
            <pc:docMk/>
            <pc:sldMk cId="1318500460" sldId="263"/>
            <ac:picMk id="26" creationId="{ECE91636-7F05-2AE8-DFCC-C3AD7826347D}"/>
          </ac:picMkLst>
        </pc:picChg>
      </pc:sldChg>
      <pc:sldChg chg="addSp delSp modSp mod setBg">
        <pc:chgData name="Guest User" userId="" providerId="Windows Live" clId="Web-{F88AA545-69E5-4E1A-94A4-AE5FE28DD08D}" dt="2023-12-10T02:11:39.333" v="154" actId="20577"/>
        <pc:sldMkLst>
          <pc:docMk/>
          <pc:sldMk cId="2643178516" sldId="264"/>
        </pc:sldMkLst>
        <pc:spChg chg="add del">
          <ac:chgData name="Guest User" userId="" providerId="Windows Live" clId="Web-{F88AA545-69E5-4E1A-94A4-AE5FE28DD08D}" dt="2023-12-10T02:09:30.891" v="127"/>
          <ac:spMkLst>
            <pc:docMk/>
            <pc:sldMk cId="2643178516" sldId="264"/>
            <ac:spMk id="2" creationId="{6525CBEE-1544-29A6-B283-66C214BD0716}"/>
          </ac:spMkLst>
        </pc:spChg>
        <pc:spChg chg="del">
          <ac:chgData name="Guest User" userId="" providerId="Windows Live" clId="Web-{F88AA545-69E5-4E1A-94A4-AE5FE28DD08D}" dt="2023-12-10T02:08:39.843" v="119"/>
          <ac:spMkLst>
            <pc:docMk/>
            <pc:sldMk cId="2643178516" sldId="264"/>
            <ac:spMk id="3" creationId="{D65459BB-EA84-B5D9-C615-B56FE6CCD4C5}"/>
          </ac:spMkLst>
        </pc:spChg>
        <pc:spChg chg="del mod replId">
          <ac:chgData name="Guest User" userId="" providerId="Windows Live" clId="Web-{F88AA545-69E5-4E1A-94A4-AE5FE28DD08D}" dt="2023-12-10T02:08:39.843" v="119"/>
          <ac:spMkLst>
            <pc:docMk/>
            <pc:sldMk cId="2643178516" sldId="264"/>
            <ac:spMk id="6" creationId="{F13A23CF-1A10-DFBB-24C1-4BA636031DA7}"/>
          </ac:spMkLst>
        </pc:spChg>
        <pc:spChg chg="add mod">
          <ac:chgData name="Guest User" userId="" providerId="Windows Live" clId="Web-{F88AA545-69E5-4E1A-94A4-AE5FE28DD08D}" dt="2023-12-10T02:09:57.439" v="136" actId="20577"/>
          <ac:spMkLst>
            <pc:docMk/>
            <pc:sldMk cId="2643178516" sldId="264"/>
            <ac:spMk id="9" creationId="{8520D0A2-1190-355B-A3C2-9DF429CAAB07}"/>
          </ac:spMkLst>
        </pc:spChg>
        <pc:spChg chg="add del">
          <ac:chgData name="Guest User" userId="" providerId="Windows Live" clId="Web-{F88AA545-69E5-4E1A-94A4-AE5FE28DD08D}" dt="2023-12-10T02:09:30.907" v="130"/>
          <ac:spMkLst>
            <pc:docMk/>
            <pc:sldMk cId="2643178516" sldId="264"/>
            <ac:spMk id="9" creationId="{9D768B77-8742-43A0-AF16-6AC4D378E482}"/>
          </ac:spMkLst>
        </pc:spChg>
        <pc:spChg chg="add del">
          <ac:chgData name="Guest User" userId="" providerId="Windows Live" clId="Web-{F88AA545-69E5-4E1A-94A4-AE5FE28DD08D}" dt="2023-12-10T02:09:30.907" v="130"/>
          <ac:spMkLst>
            <pc:docMk/>
            <pc:sldMk cId="2643178516" sldId="264"/>
            <ac:spMk id="11" creationId="{48B13CA8-CBEA-4805-955D-CEBE32236560}"/>
          </ac:spMkLst>
        </pc:spChg>
        <pc:spChg chg="add mod">
          <ac:chgData name="Guest User" userId="" providerId="Windows Live" clId="Web-{F88AA545-69E5-4E1A-94A4-AE5FE28DD08D}" dt="2023-12-10T02:11:39.333" v="154" actId="20577"/>
          <ac:spMkLst>
            <pc:docMk/>
            <pc:sldMk cId="2643178516" sldId="264"/>
            <ac:spMk id="11" creationId="{E6EB065C-1605-B372-448C-AD6D554E042D}"/>
          </ac:spMkLst>
        </pc:spChg>
        <pc:spChg chg="add del">
          <ac:chgData name="Guest User" userId="" providerId="Windows Live" clId="Web-{F88AA545-69E5-4E1A-94A4-AE5FE28DD08D}" dt="2023-12-10T02:09:30.891" v="127"/>
          <ac:spMkLst>
            <pc:docMk/>
            <pc:sldMk cId="2643178516" sldId="264"/>
            <ac:spMk id="16" creationId="{9B7AD9F6-8CE7-4299-8FC6-328F4DCD3FF9}"/>
          </ac:spMkLst>
        </pc:spChg>
        <pc:spChg chg="add del">
          <ac:chgData name="Guest User" userId="" providerId="Windows Live" clId="Web-{F88AA545-69E5-4E1A-94A4-AE5FE28DD08D}" dt="2023-12-10T02:09:30.891" v="127"/>
          <ac:spMkLst>
            <pc:docMk/>
            <pc:sldMk cId="2643178516" sldId="264"/>
            <ac:spMk id="18" creationId="{F49775AF-8896-43EE-92C6-83497D6DC56F}"/>
          </ac:spMkLst>
        </pc:spChg>
        <pc:spChg chg="add mod">
          <ac:chgData name="Guest User" userId="" providerId="Windows Live" clId="Web-{F88AA545-69E5-4E1A-94A4-AE5FE28DD08D}" dt="2023-12-10T02:09:59.705" v="137"/>
          <ac:spMkLst>
            <pc:docMk/>
            <pc:sldMk cId="2643178516" sldId="264"/>
            <ac:spMk id="20" creationId="{AF2F604E-43BE-4DC3-B983-E071523364F8}"/>
          </ac:spMkLst>
        </pc:spChg>
        <pc:spChg chg="add">
          <ac:chgData name="Guest User" userId="" providerId="Windows Live" clId="Web-{F88AA545-69E5-4E1A-94A4-AE5FE28DD08D}" dt="2023-12-10T02:09:30.907" v="130"/>
          <ac:spMkLst>
            <pc:docMk/>
            <pc:sldMk cId="2643178516" sldId="264"/>
            <ac:spMk id="21" creationId="{E91DC736-0EF8-4F87-9146-EBF1D2EE4D3D}"/>
          </ac:spMkLst>
        </pc:spChg>
        <pc:spChg chg="add del">
          <ac:chgData name="Guest User" userId="" providerId="Windows Live" clId="Web-{F88AA545-69E5-4E1A-94A4-AE5FE28DD08D}" dt="2023-12-10T02:09:37.720" v="131"/>
          <ac:spMkLst>
            <pc:docMk/>
            <pc:sldMk cId="2643178516" sldId="264"/>
            <ac:spMk id="22" creationId="{08C9B587-E65E-4B52-B37C-ABEBB6E87928}"/>
          </ac:spMkLst>
        </pc:spChg>
        <pc:spChg chg="add">
          <ac:chgData name="Guest User" userId="" providerId="Windows Live" clId="Web-{F88AA545-69E5-4E1A-94A4-AE5FE28DD08D}" dt="2023-12-10T02:09:30.907" v="130"/>
          <ac:spMkLst>
            <pc:docMk/>
            <pc:sldMk cId="2643178516" sldId="264"/>
            <ac:spMk id="23" creationId="{097CD68E-23E3-4007-8847-CD0944C4F7BE}"/>
          </ac:spMkLst>
        </pc:spChg>
        <pc:spChg chg="add del mod replId">
          <ac:chgData name="Guest User" userId="" providerId="Windows Live" clId="Web-{F88AA545-69E5-4E1A-94A4-AE5FE28DD08D}" dt="2023-12-10T02:09:30.907" v="130"/>
          <ac:spMkLst>
            <pc:docMk/>
            <pc:sldMk cId="2643178516" sldId="264"/>
            <ac:spMk id="24" creationId="{3EAD061A-D543-A69F-D96C-39EE9113B8AD}"/>
          </ac:spMkLst>
        </pc:spChg>
        <pc:picChg chg="add del">
          <ac:chgData name="Guest User" userId="" providerId="Windows Live" clId="Web-{F88AA545-69E5-4E1A-94A4-AE5FE28DD08D}" dt="2023-12-10T02:09:30.891" v="127"/>
          <ac:picMkLst>
            <pc:docMk/>
            <pc:sldMk cId="2643178516" sldId="264"/>
            <ac:picMk id="5" creationId="{1A764576-D134-67E0-4442-9B2BFFC6D347}"/>
          </ac:picMkLst>
        </pc:picChg>
        <pc:picChg chg="add">
          <ac:chgData name="Guest User" userId="" providerId="Windows Live" clId="Web-{F88AA545-69E5-4E1A-94A4-AE5FE28DD08D}" dt="2023-12-10T02:09:30.907" v="130"/>
          <ac:picMkLst>
            <pc:docMk/>
            <pc:sldMk cId="2643178516" sldId="264"/>
            <ac:picMk id="8" creationId="{7544A793-FA77-550D-098E-231398317DF0}"/>
          </ac:picMkLst>
        </pc:picChg>
        <pc:picChg chg="add del mod replId">
          <ac:chgData name="Guest User" userId="" providerId="Windows Live" clId="Web-{F88AA545-69E5-4E1A-94A4-AE5FE28DD08D}" dt="2023-12-10T02:09:30.907" v="130"/>
          <ac:picMkLst>
            <pc:docMk/>
            <pc:sldMk cId="2643178516" sldId="264"/>
            <ac:picMk id="25" creationId="{6E66259C-14F2-2E67-207B-1316626C9826}"/>
          </ac:picMkLst>
        </pc:picChg>
      </pc:sldChg>
      <pc:sldChg chg="addSp delSp modSp mod setBg">
        <pc:chgData name="Guest User" userId="" providerId="Windows Live" clId="Web-{F88AA545-69E5-4E1A-94A4-AE5FE28DD08D}" dt="2023-12-10T02:20:38.571" v="235" actId="20577"/>
        <pc:sldMkLst>
          <pc:docMk/>
          <pc:sldMk cId="1726832371" sldId="265"/>
        </pc:sldMkLst>
        <pc:spChg chg="del">
          <ac:chgData name="Guest User" userId="" providerId="Windows Live" clId="Web-{F88AA545-69E5-4E1A-94A4-AE5FE28DD08D}" dt="2023-12-10T02:13:43.322" v="158"/>
          <ac:spMkLst>
            <pc:docMk/>
            <pc:sldMk cId="1726832371" sldId="265"/>
            <ac:spMk id="3" creationId="{E3E6D931-265E-A8B4-BA57-301B774C8454}"/>
          </ac:spMkLst>
        </pc:spChg>
        <pc:spChg chg="del mod replId">
          <ac:chgData name="Guest User" userId="" providerId="Windows Live" clId="Web-{F88AA545-69E5-4E1A-94A4-AE5FE28DD08D}" dt="2023-12-10T02:15:04.153" v="164"/>
          <ac:spMkLst>
            <pc:docMk/>
            <pc:sldMk cId="1726832371" sldId="265"/>
            <ac:spMk id="6" creationId="{8DBC1E15-EFDC-5D70-6F8B-16EC8339BC68}"/>
          </ac:spMkLst>
        </pc:spChg>
        <pc:spChg chg="add del mod">
          <ac:chgData name="Guest User" userId="" providerId="Windows Live" clId="Web-{F88AA545-69E5-4E1A-94A4-AE5FE28DD08D}" dt="2023-12-10T02:15:50.701" v="168"/>
          <ac:spMkLst>
            <pc:docMk/>
            <pc:sldMk cId="1726832371" sldId="265"/>
            <ac:spMk id="8" creationId="{B1F5C522-3600-737A-889B-0EBDF6B15A0F}"/>
          </ac:spMkLst>
        </pc:spChg>
        <pc:spChg chg="add del mod">
          <ac:chgData name="Guest User" userId="" providerId="Windows Live" clId="Web-{F88AA545-69E5-4E1A-94A4-AE5FE28DD08D}" dt="2023-12-10T02:16:09.999" v="171"/>
          <ac:spMkLst>
            <pc:docMk/>
            <pc:sldMk cId="1726832371" sldId="265"/>
            <ac:spMk id="9" creationId="{51945A16-9DD9-199F-19F4-56084781AE8F}"/>
          </ac:spMkLst>
        </pc:spChg>
        <pc:spChg chg="add">
          <ac:chgData name="Guest User" userId="" providerId="Windows Live" clId="Web-{F88AA545-69E5-4E1A-94A4-AE5FE28DD08D}" dt="2023-12-10T02:15:04.153" v="164"/>
          <ac:spMkLst>
            <pc:docMk/>
            <pc:sldMk cId="1726832371" sldId="265"/>
            <ac:spMk id="11" creationId="{257363FD-7E77-4145-9483-331A807ADF0E}"/>
          </ac:spMkLst>
        </pc:spChg>
        <pc:spChg chg="add mod">
          <ac:chgData name="Guest User" userId="" providerId="Windows Live" clId="Web-{F88AA545-69E5-4E1A-94A4-AE5FE28DD08D}" dt="2023-12-10T02:18:56.036" v="205" actId="20577"/>
          <ac:spMkLst>
            <pc:docMk/>
            <pc:sldMk cId="1726832371" sldId="265"/>
            <ac:spMk id="13" creationId="{01B48F2C-2E89-E539-E4A7-F71B0ACB597C}"/>
          </ac:spMkLst>
        </pc:spChg>
        <pc:spChg chg="add mod">
          <ac:chgData name="Guest User" userId="" providerId="Windows Live" clId="Web-{F88AA545-69E5-4E1A-94A4-AE5FE28DD08D}" dt="2023-12-10T02:20:38.571" v="235" actId="20577"/>
          <ac:spMkLst>
            <pc:docMk/>
            <pc:sldMk cId="1726832371" sldId="265"/>
            <ac:spMk id="14" creationId="{21E0D757-4FDE-43C5-502F-FF09AE6580E4}"/>
          </ac:spMkLst>
        </pc:spChg>
        <pc:picChg chg="add del mod ord replId">
          <ac:chgData name="Guest User" userId="" providerId="Windows Live" clId="Web-{F88AA545-69E5-4E1A-94A4-AE5FE28DD08D}" dt="2023-12-10T02:15:04.153" v="164"/>
          <ac:picMkLst>
            <pc:docMk/>
            <pc:sldMk cId="1726832371" sldId="265"/>
            <ac:picMk id="7" creationId="{9695ED1B-4496-A8CC-22D7-3867A8E675C0}"/>
          </ac:picMkLst>
        </pc:picChg>
        <pc:picChg chg="add del mod">
          <ac:chgData name="Guest User" userId="" providerId="Windows Live" clId="Web-{F88AA545-69E5-4E1A-94A4-AE5FE28DD08D}" dt="2023-12-10T02:16:00.202" v="170"/>
          <ac:picMkLst>
            <pc:docMk/>
            <pc:sldMk cId="1726832371" sldId="265"/>
            <ac:picMk id="12" creationId="{85939DA8-65B0-1625-F8FB-996765B6A011}"/>
          </ac:picMkLst>
        </pc:picChg>
      </pc:sldChg>
      <pc:sldChg chg="modSp">
        <pc:chgData name="Guest User" userId="" providerId="Windows Live" clId="Web-{F88AA545-69E5-4E1A-94A4-AE5FE28DD08D}" dt="2023-12-10T02:28:05.993" v="244" actId="20577"/>
        <pc:sldMkLst>
          <pc:docMk/>
          <pc:sldMk cId="2134984220" sldId="267"/>
        </pc:sldMkLst>
        <pc:spChg chg="mod">
          <ac:chgData name="Guest User" userId="" providerId="Windows Live" clId="Web-{F88AA545-69E5-4E1A-94A4-AE5FE28DD08D}" dt="2023-12-10T02:28:05.993" v="244" actId="20577"/>
          <ac:spMkLst>
            <pc:docMk/>
            <pc:sldMk cId="2134984220" sldId="267"/>
            <ac:spMk id="3" creationId="{46FC3A5A-5C0F-92EF-5897-9C5ADE2E2972}"/>
          </ac:spMkLst>
        </pc:spChg>
      </pc:sldChg>
    </pc:docChg>
  </pc:docChgLst>
  <pc:docChgLst>
    <pc:chgData name="Guest User" providerId="Windows Live" clId="Web-{06C53CAA-5479-4ECD-A37E-D9F50129E345}"/>
    <pc:docChg chg="addSld delSld modSld">
      <pc:chgData name="Guest User" userId="" providerId="Windows Live" clId="Web-{06C53CAA-5479-4ECD-A37E-D9F50129E345}" dt="2023-12-08T04:05:28.490" v="1043" actId="1076"/>
      <pc:docMkLst>
        <pc:docMk/>
      </pc:docMkLst>
      <pc:sldChg chg="modSp">
        <pc:chgData name="Guest User" userId="" providerId="Windows Live" clId="Web-{06C53CAA-5479-4ECD-A37E-D9F50129E345}" dt="2023-12-08T03:39:28.963" v="929" actId="20577"/>
        <pc:sldMkLst>
          <pc:docMk/>
          <pc:sldMk cId="3811886479" sldId="256"/>
        </pc:sldMkLst>
        <pc:spChg chg="mod">
          <ac:chgData name="Guest User" userId="" providerId="Windows Live" clId="Web-{06C53CAA-5479-4ECD-A37E-D9F50129E345}" dt="2023-12-08T03:39:21.040" v="928" actId="20577"/>
          <ac:spMkLst>
            <pc:docMk/>
            <pc:sldMk cId="3811886479" sldId="256"/>
            <ac:spMk id="2" creationId="{6FB4585B-7DE3-27A5-A1E1-7CD29EE41501}"/>
          </ac:spMkLst>
        </pc:spChg>
        <pc:spChg chg="mod">
          <ac:chgData name="Guest User" userId="" providerId="Windows Live" clId="Web-{06C53CAA-5479-4ECD-A37E-D9F50129E345}" dt="2023-12-08T03:39:28.963" v="929" actId="20577"/>
          <ac:spMkLst>
            <pc:docMk/>
            <pc:sldMk cId="3811886479" sldId="256"/>
            <ac:spMk id="3" creationId="{4E3F5564-371A-8A61-5F97-1B5E06A61C45}"/>
          </ac:spMkLst>
        </pc:spChg>
        <pc:spChg chg="mod">
          <ac:chgData name="Guest User" userId="" providerId="Windows Live" clId="Web-{06C53CAA-5479-4ECD-A37E-D9F50129E345}" dt="2023-12-08T03:20:01.933" v="766" actId="1076"/>
          <ac:spMkLst>
            <pc:docMk/>
            <pc:sldMk cId="3811886479" sldId="256"/>
            <ac:spMk id="5" creationId="{FA5DF198-ACB8-9187-2209-A905EC6B09FA}"/>
          </ac:spMkLst>
        </pc:spChg>
        <pc:spChg chg="mod">
          <ac:chgData name="Guest User" userId="" providerId="Windows Live" clId="Web-{06C53CAA-5479-4ECD-A37E-D9F50129E345}" dt="2023-12-08T03:20:10.699" v="767"/>
          <ac:spMkLst>
            <pc:docMk/>
            <pc:sldMk cId="3811886479" sldId="256"/>
            <ac:spMk id="13" creationId="{827DC2C4-B485-428A-BF4A-472D2967F47F}"/>
          </ac:spMkLst>
        </pc:spChg>
        <pc:picChg chg="mod">
          <ac:chgData name="Guest User" userId="" providerId="Windows Live" clId="Web-{06C53CAA-5479-4ECD-A37E-D9F50129E345}" dt="2023-12-08T03:19:51.088" v="764" actId="1076"/>
          <ac:picMkLst>
            <pc:docMk/>
            <pc:sldMk cId="3811886479" sldId="256"/>
            <ac:picMk id="4" creationId="{B82EADC9-DE91-46B1-8542-B2E804E790D6}"/>
          </ac:picMkLst>
        </pc:picChg>
      </pc:sldChg>
      <pc:sldChg chg="addSp modSp mod setBg">
        <pc:chgData name="Guest User" userId="" providerId="Windows Live" clId="Web-{06C53CAA-5479-4ECD-A37E-D9F50129E345}" dt="2023-12-08T04:05:28.490" v="1043" actId="1076"/>
        <pc:sldMkLst>
          <pc:docMk/>
          <pc:sldMk cId="550989792" sldId="257"/>
        </pc:sldMkLst>
        <pc:spChg chg="mod">
          <ac:chgData name="Guest User" userId="" providerId="Windows Live" clId="Web-{06C53CAA-5479-4ECD-A37E-D9F50129E345}" dt="2023-12-08T04:00:41.737" v="997" actId="1076"/>
          <ac:spMkLst>
            <pc:docMk/>
            <pc:sldMk cId="550989792" sldId="257"/>
            <ac:spMk id="8" creationId="{70D4E50B-7582-C5C8-4E3A-D5EA8AE8B743}"/>
          </ac:spMkLst>
        </pc:spChg>
        <pc:spChg chg="add">
          <ac:chgData name="Guest User" userId="" providerId="Windows Live" clId="Web-{06C53CAA-5479-4ECD-A37E-D9F50129E345}" dt="2023-12-08T03:58:53.183" v="984"/>
          <ac:spMkLst>
            <pc:docMk/>
            <pc:sldMk cId="550989792" sldId="257"/>
            <ac:spMk id="9" creationId="{04812C46-200A-4DEB-A05E-3ED6C68C2387}"/>
          </ac:spMkLst>
        </pc:spChg>
        <pc:spChg chg="mod">
          <ac:chgData name="Guest User" userId="" providerId="Windows Live" clId="Web-{06C53CAA-5479-4ECD-A37E-D9F50129E345}" dt="2023-12-08T04:04:51.113" v="1030" actId="20577"/>
          <ac:spMkLst>
            <pc:docMk/>
            <pc:sldMk cId="550989792" sldId="257"/>
            <ac:spMk id="9" creationId="{E0233148-384A-8816-ED91-6BAC706686DB}"/>
          </ac:spMkLst>
        </pc:spChg>
        <pc:spChg chg="add mod">
          <ac:chgData name="Guest User" userId="" providerId="Windows Live" clId="Web-{06C53CAA-5479-4ECD-A37E-D9F50129E345}" dt="2023-12-08T04:05:28.490" v="1043" actId="1076"/>
          <ac:spMkLst>
            <pc:docMk/>
            <pc:sldMk cId="550989792" sldId="257"/>
            <ac:spMk id="11" creationId="{67E4024B-B1EF-B80D-D55E-C528CE9A70BA}"/>
          </ac:spMkLst>
        </pc:spChg>
        <pc:spChg chg="add">
          <ac:chgData name="Guest User" userId="" providerId="Windows Live" clId="Web-{06C53CAA-5479-4ECD-A37E-D9F50129E345}" dt="2023-12-08T03:58:53.183" v="984"/>
          <ac:spMkLst>
            <pc:docMk/>
            <pc:sldMk cId="550989792" sldId="257"/>
            <ac:spMk id="11" creationId="{D1EA859B-E555-4109-94F3-6700E046E008}"/>
          </ac:spMkLst>
        </pc:spChg>
        <pc:picChg chg="add mod ord">
          <ac:chgData name="Guest User" userId="" providerId="Windows Live" clId="Web-{06C53CAA-5479-4ECD-A37E-D9F50129E345}" dt="2023-12-08T04:01:06.145" v="1001" actId="1076"/>
          <ac:picMkLst>
            <pc:docMk/>
            <pc:sldMk cId="550989792" sldId="257"/>
            <ac:picMk id="7" creationId="{14996305-36F4-671F-A507-3A4B1871BEEA}"/>
          </ac:picMkLst>
        </pc:picChg>
      </pc:sldChg>
      <pc:sldChg chg="modSp">
        <pc:chgData name="Guest User" userId="" providerId="Windows Live" clId="Web-{06C53CAA-5479-4ECD-A37E-D9F50129E345}" dt="2023-12-08T02:20:44.338" v="114" actId="20577"/>
        <pc:sldMkLst>
          <pc:docMk/>
          <pc:sldMk cId="238147648" sldId="258"/>
        </pc:sldMkLst>
        <pc:spChg chg="mod">
          <ac:chgData name="Guest User" userId="" providerId="Windows Live" clId="Web-{06C53CAA-5479-4ECD-A37E-D9F50129E345}" dt="2023-12-08T02:20:44.338" v="114" actId="20577"/>
          <ac:spMkLst>
            <pc:docMk/>
            <pc:sldMk cId="238147648" sldId="258"/>
            <ac:spMk id="2052" creationId="{A47D084D-D5F1-B618-2E2D-32BAE6218DEE}"/>
          </ac:spMkLst>
        </pc:spChg>
      </pc:sldChg>
      <pc:sldChg chg="del">
        <pc:chgData name="Guest User" userId="" providerId="Windows Live" clId="Web-{06C53CAA-5479-4ECD-A37E-D9F50129E345}" dt="2023-12-08T02:20:24.805" v="110"/>
        <pc:sldMkLst>
          <pc:docMk/>
          <pc:sldMk cId="1048506970" sldId="259"/>
        </pc:sldMkLst>
      </pc:sldChg>
      <pc:sldChg chg="modSp">
        <pc:chgData name="Guest User" userId="" providerId="Windows Live" clId="Web-{06C53CAA-5479-4ECD-A37E-D9F50129E345}" dt="2023-12-08T02:47:14.365" v="279" actId="20577"/>
        <pc:sldMkLst>
          <pc:docMk/>
          <pc:sldMk cId="1318500460" sldId="263"/>
        </pc:sldMkLst>
        <pc:spChg chg="mod">
          <ac:chgData name="Guest User" userId="" providerId="Windows Live" clId="Web-{06C53CAA-5479-4ECD-A37E-D9F50129E345}" dt="2023-12-08T02:47:14.365" v="279" actId="20577"/>
          <ac:spMkLst>
            <pc:docMk/>
            <pc:sldMk cId="1318500460" sldId="263"/>
            <ac:spMk id="6" creationId="{52A779F9-F1AF-F8A0-DB67-EFE61C3AA676}"/>
          </ac:spMkLst>
        </pc:spChg>
      </pc:sldChg>
      <pc:sldChg chg="modSp">
        <pc:chgData name="Guest User" userId="" providerId="Windows Live" clId="Web-{06C53CAA-5479-4ECD-A37E-D9F50129E345}" dt="2023-12-08T03:23:57.198" v="807" actId="20577"/>
        <pc:sldMkLst>
          <pc:docMk/>
          <pc:sldMk cId="2134984220" sldId="267"/>
        </pc:sldMkLst>
        <pc:spChg chg="mod">
          <ac:chgData name="Guest User" userId="" providerId="Windows Live" clId="Web-{06C53CAA-5479-4ECD-A37E-D9F50129E345}" dt="2023-12-08T02:46:20.486" v="272" actId="20577"/>
          <ac:spMkLst>
            <pc:docMk/>
            <pc:sldMk cId="2134984220" sldId="267"/>
            <ac:spMk id="2" creationId="{9DD06E7F-CBE7-DF95-00CC-21C146766EF3}"/>
          </ac:spMkLst>
        </pc:spChg>
        <pc:spChg chg="mod">
          <ac:chgData name="Guest User" userId="" providerId="Windows Live" clId="Web-{06C53CAA-5479-4ECD-A37E-D9F50129E345}" dt="2023-12-08T03:23:57.198" v="807" actId="20577"/>
          <ac:spMkLst>
            <pc:docMk/>
            <pc:sldMk cId="2134984220" sldId="267"/>
            <ac:spMk id="3" creationId="{46FC3A5A-5C0F-92EF-5897-9C5ADE2E2972}"/>
          </ac:spMkLst>
        </pc:spChg>
      </pc:sldChg>
      <pc:sldChg chg="modSp new">
        <pc:chgData name="Guest User" userId="" providerId="Windows Live" clId="Web-{06C53CAA-5479-4ECD-A37E-D9F50129E345}" dt="2023-12-08T03:34:41.334" v="909" actId="14100"/>
        <pc:sldMkLst>
          <pc:docMk/>
          <pc:sldMk cId="3528857262" sldId="268"/>
        </pc:sldMkLst>
        <pc:spChg chg="mod">
          <ac:chgData name="Guest User" userId="" providerId="Windows Live" clId="Web-{06C53CAA-5479-4ECD-A37E-D9F50129E345}" dt="2023-12-08T03:34:41.334" v="909" actId="14100"/>
          <ac:spMkLst>
            <pc:docMk/>
            <pc:sldMk cId="3528857262" sldId="268"/>
            <ac:spMk id="2" creationId="{13B5A6D6-9FA5-092E-858F-60F14D0E533A}"/>
          </ac:spMkLst>
        </pc:spChg>
        <pc:spChg chg="mod">
          <ac:chgData name="Guest User" userId="" providerId="Windows Live" clId="Web-{06C53CAA-5479-4ECD-A37E-D9F50129E345}" dt="2023-12-08T03:33:42.909" v="900" actId="20577"/>
          <ac:spMkLst>
            <pc:docMk/>
            <pc:sldMk cId="3528857262" sldId="268"/>
            <ac:spMk id="3" creationId="{801207A6-DE7A-EFE0-72C2-0B1244463724}"/>
          </ac:spMkLst>
        </pc:spChg>
      </pc:sldChg>
      <pc:sldChg chg="addSp delSp modSp new mod setBg">
        <pc:chgData name="Guest User" userId="" providerId="Windows Live" clId="Web-{06C53CAA-5479-4ECD-A37E-D9F50129E345}" dt="2023-12-08T03:37:16.720" v="927" actId="20577"/>
        <pc:sldMkLst>
          <pc:docMk/>
          <pc:sldMk cId="3259415068" sldId="269"/>
        </pc:sldMkLst>
        <pc:spChg chg="mod">
          <ac:chgData name="Guest User" userId="" providerId="Windows Live" clId="Web-{06C53CAA-5479-4ECD-A37E-D9F50129E345}" dt="2023-12-08T03:35:45.401" v="912" actId="20577"/>
          <ac:spMkLst>
            <pc:docMk/>
            <pc:sldMk cId="3259415068" sldId="269"/>
            <ac:spMk id="2" creationId="{A220B000-3336-64ED-EABD-108B1DA7BA65}"/>
          </ac:spMkLst>
        </pc:spChg>
        <pc:spChg chg="mod">
          <ac:chgData name="Guest User" userId="" providerId="Windows Live" clId="Web-{06C53CAA-5479-4ECD-A37E-D9F50129E345}" dt="2023-12-08T03:36:50.890" v="926" actId="20577"/>
          <ac:spMkLst>
            <pc:docMk/>
            <pc:sldMk cId="3259415068" sldId="269"/>
            <ac:spMk id="3" creationId="{3DD4B678-F0BF-DB7E-6466-BD53C5669C06}"/>
          </ac:spMkLst>
        </pc:spChg>
        <pc:spChg chg="add del mod">
          <ac:chgData name="Guest User" userId="" providerId="Windows Live" clId="Web-{06C53CAA-5479-4ECD-A37E-D9F50129E345}" dt="2023-12-08T02:58:33.362" v="463"/>
          <ac:spMkLst>
            <pc:docMk/>
            <pc:sldMk cId="3259415068" sldId="269"/>
            <ac:spMk id="4" creationId="{A2F54526-F53D-28FF-2AE8-C8A3930555CB}"/>
          </ac:spMkLst>
        </pc:spChg>
        <pc:spChg chg="add del">
          <ac:chgData name="Guest User" userId="" providerId="Windows Live" clId="Web-{06C53CAA-5479-4ECD-A37E-D9F50129E345}" dt="2023-12-08T02:58:31.581" v="460"/>
          <ac:spMkLst>
            <pc:docMk/>
            <pc:sldMk cId="3259415068" sldId="269"/>
            <ac:spMk id="5" creationId="{D28D658F-F2E5-73E9-2A95-2E5BAAA3E1D4}"/>
          </ac:spMkLst>
        </pc:spChg>
        <pc:spChg chg="add mod">
          <ac:chgData name="Guest User" userId="" providerId="Windows Live" clId="Web-{06C53CAA-5479-4ECD-A37E-D9F50129E345}" dt="2023-12-08T03:36:38.795" v="923" actId="1076"/>
          <ac:spMkLst>
            <pc:docMk/>
            <pc:sldMk cId="3259415068" sldId="269"/>
            <ac:spMk id="6" creationId="{4F69C565-F21A-E3CE-0831-C6ED97530147}"/>
          </ac:spMkLst>
        </pc:spChg>
        <pc:spChg chg="add mod">
          <ac:chgData name="Guest User" userId="" providerId="Windows Live" clId="Web-{06C53CAA-5479-4ECD-A37E-D9F50129E345}" dt="2023-12-08T03:35:53.948" v="913" actId="20577"/>
          <ac:spMkLst>
            <pc:docMk/>
            <pc:sldMk cId="3259415068" sldId="269"/>
            <ac:spMk id="7" creationId="{B3A6B8D6-358A-5FE1-9C01-A47FE6B74A5B}"/>
          </ac:spMkLst>
        </pc:spChg>
        <pc:spChg chg="add mod">
          <ac:chgData name="Guest User" userId="" providerId="Windows Live" clId="Web-{06C53CAA-5479-4ECD-A37E-D9F50129E345}" dt="2023-12-08T03:37:16.720" v="927" actId="20577"/>
          <ac:spMkLst>
            <pc:docMk/>
            <pc:sldMk cId="3259415068" sldId="269"/>
            <ac:spMk id="8" creationId="{1248A848-CFEE-A282-9079-EACC45044375}"/>
          </ac:spMkLst>
        </pc:spChg>
        <pc:spChg chg="add mod">
          <ac:chgData name="Guest User" userId="" providerId="Windows Live" clId="Web-{06C53CAA-5479-4ECD-A37E-D9F50129E345}" dt="2023-12-08T03:17:39.579" v="722" actId="20577"/>
          <ac:spMkLst>
            <pc:docMk/>
            <pc:sldMk cId="3259415068" sldId="269"/>
            <ac:spMk id="10" creationId="{CA28D5E1-101A-987C-2377-155E60F56F65}"/>
          </ac:spMkLst>
        </pc:spChg>
        <pc:picChg chg="add mod">
          <ac:chgData name="Guest User" userId="" providerId="Windows Live" clId="Web-{06C53CAA-5479-4ECD-A37E-D9F50129E345}" dt="2023-12-08T03:16:32.466" v="700" actId="14100"/>
          <ac:picMkLst>
            <pc:docMk/>
            <pc:sldMk cId="3259415068" sldId="269"/>
            <ac:picMk id="9" creationId="{E9AA6FAC-7547-5C9E-F61A-05B571636382}"/>
          </ac:picMkLst>
        </pc:picChg>
        <pc:cxnChg chg="add del">
          <ac:chgData name="Guest User" userId="" providerId="Windows Live" clId="Web-{06C53CAA-5479-4ECD-A37E-D9F50129E345}" dt="2023-12-08T03:09:52.610" v="630"/>
          <ac:cxnSpMkLst>
            <pc:docMk/>
            <pc:sldMk cId="3259415068" sldId="269"/>
            <ac:cxnSpMk id="12" creationId="{00CD8E7C-C23B-A3B9-B18A-838AED877A40}"/>
          </ac:cxnSpMkLst>
        </pc:cxnChg>
      </pc:sldChg>
    </pc:docChg>
  </pc:docChgLst>
  <pc:docChgLst>
    <pc:chgData name="Guest User" providerId="Windows Live" clId="Web-{865284B2-EA0C-41E3-A921-083163B6301E}"/>
    <pc:docChg chg="modSld">
      <pc:chgData name="Guest User" userId="" providerId="Windows Live" clId="Web-{865284B2-EA0C-41E3-A921-083163B6301E}" dt="2023-12-10T03:39:52.585" v="10" actId="20577"/>
      <pc:docMkLst>
        <pc:docMk/>
      </pc:docMkLst>
      <pc:sldChg chg="modSp">
        <pc:chgData name="Guest User" userId="" providerId="Windows Live" clId="Web-{865284B2-EA0C-41E3-A921-083163B6301E}" dt="2023-12-10T03:39:52.585" v="10" actId="20577"/>
        <pc:sldMkLst>
          <pc:docMk/>
          <pc:sldMk cId="1726832371" sldId="265"/>
        </pc:sldMkLst>
        <pc:spChg chg="mod">
          <ac:chgData name="Guest User" userId="" providerId="Windows Live" clId="Web-{865284B2-EA0C-41E3-A921-083163B6301E}" dt="2023-12-10T03:39:52.585" v="10" actId="20577"/>
          <ac:spMkLst>
            <pc:docMk/>
            <pc:sldMk cId="1726832371" sldId="265"/>
            <ac:spMk id="14" creationId="{21E0D757-4FDE-43C5-502F-FF09AE6580E4}"/>
          </ac:spMkLst>
        </pc:spChg>
      </pc:sldChg>
    </pc:docChg>
  </pc:docChgLst>
  <pc:docChgLst>
    <pc:chgData name="Guest User" providerId="Windows Live" clId="Web-{E6601012-F47E-4B72-8959-407DF2802E1B}"/>
    <pc:docChg chg="modSld">
      <pc:chgData name="Guest User" userId="" providerId="Windows Live" clId="Web-{E6601012-F47E-4B72-8959-407DF2802E1B}" dt="2023-12-11T00:31:55.017" v="37" actId="20577"/>
      <pc:docMkLst>
        <pc:docMk/>
      </pc:docMkLst>
      <pc:sldChg chg="modSp">
        <pc:chgData name="Guest User" userId="" providerId="Windows Live" clId="Web-{E6601012-F47E-4B72-8959-407DF2802E1B}" dt="2023-12-11T00:31:55.017" v="37" actId="20577"/>
        <pc:sldMkLst>
          <pc:docMk/>
          <pc:sldMk cId="2134984220" sldId="267"/>
        </pc:sldMkLst>
        <pc:spChg chg="mod">
          <ac:chgData name="Guest User" userId="" providerId="Windows Live" clId="Web-{E6601012-F47E-4B72-8959-407DF2802E1B}" dt="2023-12-11T00:28:58.322" v="28" actId="20577"/>
          <ac:spMkLst>
            <pc:docMk/>
            <pc:sldMk cId="2134984220" sldId="267"/>
            <ac:spMk id="2" creationId="{9DD06E7F-CBE7-DF95-00CC-21C146766EF3}"/>
          </ac:spMkLst>
        </pc:spChg>
        <pc:spChg chg="mod">
          <ac:chgData name="Guest User" userId="" providerId="Windows Live" clId="Web-{E6601012-F47E-4B72-8959-407DF2802E1B}" dt="2023-12-11T00:31:55.017" v="37" actId="20577"/>
          <ac:spMkLst>
            <pc:docMk/>
            <pc:sldMk cId="2134984220" sldId="267"/>
            <ac:spMk id="3" creationId="{46FC3A5A-5C0F-92EF-5897-9C5ADE2E2972}"/>
          </ac:spMkLst>
        </pc:spChg>
      </pc:sldChg>
    </pc:docChg>
  </pc:docChgLst>
  <pc:docChgLst>
    <pc:chgData name="Guest User" providerId="Windows Live" clId="Web-{5A92D29F-D77B-46AA-AEA8-973B85FF58C6}"/>
    <pc:docChg chg="modSld">
      <pc:chgData name="Guest User" userId="" providerId="Windows Live" clId="Web-{5A92D29F-D77B-46AA-AEA8-973B85FF58C6}" dt="2023-12-08T01:59:37.251" v="16" actId="14100"/>
      <pc:docMkLst>
        <pc:docMk/>
      </pc:docMkLst>
      <pc:sldChg chg="addSp delSp modSp mod setBg">
        <pc:chgData name="Guest User" userId="" providerId="Windows Live" clId="Web-{5A92D29F-D77B-46AA-AEA8-973B85FF58C6}" dt="2023-12-08T01:59:37.251" v="16" actId="14100"/>
        <pc:sldMkLst>
          <pc:docMk/>
          <pc:sldMk cId="3811886479" sldId="256"/>
        </pc:sldMkLst>
        <pc:spChg chg="mod">
          <ac:chgData name="Guest User" userId="" providerId="Windows Live" clId="Web-{5A92D29F-D77B-46AA-AEA8-973B85FF58C6}" dt="2023-12-08T01:58:14.529" v="4"/>
          <ac:spMkLst>
            <pc:docMk/>
            <pc:sldMk cId="3811886479" sldId="256"/>
            <ac:spMk id="2" creationId="{6FB4585B-7DE3-27A5-A1E1-7CD29EE41501}"/>
          </ac:spMkLst>
        </pc:spChg>
        <pc:spChg chg="mod">
          <ac:chgData name="Guest User" userId="" providerId="Windows Live" clId="Web-{5A92D29F-D77B-46AA-AEA8-973B85FF58C6}" dt="2023-12-08T01:58:14.529" v="4"/>
          <ac:spMkLst>
            <pc:docMk/>
            <pc:sldMk cId="3811886479" sldId="256"/>
            <ac:spMk id="3" creationId="{4E3F5564-371A-8A61-5F97-1B5E06A61C45}"/>
          </ac:spMkLst>
        </pc:spChg>
        <pc:spChg chg="add mod">
          <ac:chgData name="Guest User" userId="" providerId="Windows Live" clId="Web-{5A92D29F-D77B-46AA-AEA8-973B85FF58C6}" dt="2023-12-08T01:59:37.251" v="16" actId="14100"/>
          <ac:spMkLst>
            <pc:docMk/>
            <pc:sldMk cId="3811886479" sldId="256"/>
            <ac:spMk id="5" creationId="{FA5DF198-ACB8-9187-2209-A905EC6B09FA}"/>
          </ac:spMkLst>
        </pc:spChg>
        <pc:spChg chg="add del">
          <ac:chgData name="Guest User" userId="" providerId="Windows Live" clId="Web-{5A92D29F-D77B-46AA-AEA8-973B85FF58C6}" dt="2023-12-08T01:58:14.529" v="3"/>
          <ac:spMkLst>
            <pc:docMk/>
            <pc:sldMk cId="3811886479" sldId="256"/>
            <ac:spMk id="9" creationId="{C1DD1A8A-57D5-4A81-AD04-532B043C5611}"/>
          </ac:spMkLst>
        </pc:spChg>
        <pc:spChg chg="add del">
          <ac:chgData name="Guest User" userId="" providerId="Windows Live" clId="Web-{5A92D29F-D77B-46AA-AEA8-973B85FF58C6}" dt="2023-12-08T01:58:14.529" v="3"/>
          <ac:spMkLst>
            <pc:docMk/>
            <pc:sldMk cId="3811886479" sldId="256"/>
            <ac:spMk id="11" creationId="{007891EC-4501-44ED-A8C8-B11B6DB767AB}"/>
          </ac:spMkLst>
        </pc:spChg>
        <pc:spChg chg="add">
          <ac:chgData name="Guest User" userId="" providerId="Windows Live" clId="Web-{5A92D29F-D77B-46AA-AEA8-973B85FF58C6}" dt="2023-12-08T01:58:14.529" v="4"/>
          <ac:spMkLst>
            <pc:docMk/>
            <pc:sldMk cId="3811886479" sldId="256"/>
            <ac:spMk id="13" creationId="{827DC2C4-B485-428A-BF4A-472D2967F47F}"/>
          </ac:spMkLst>
        </pc:spChg>
        <pc:spChg chg="add">
          <ac:chgData name="Guest User" userId="" providerId="Windows Live" clId="Web-{5A92D29F-D77B-46AA-AEA8-973B85FF58C6}" dt="2023-12-08T01:58:14.529" v="4"/>
          <ac:spMkLst>
            <pc:docMk/>
            <pc:sldMk cId="3811886479" sldId="256"/>
            <ac:spMk id="14" creationId="{19D32F93-50AC-4C46-A5DB-291C60DDB7BD}"/>
          </ac:spMkLst>
        </pc:spChg>
        <pc:spChg chg="add">
          <ac:chgData name="Guest User" userId="" providerId="Windows Live" clId="Web-{5A92D29F-D77B-46AA-AEA8-973B85FF58C6}" dt="2023-12-08T01:58:14.529" v="4"/>
          <ac:spMkLst>
            <pc:docMk/>
            <pc:sldMk cId="3811886479" sldId="256"/>
            <ac:spMk id="15" creationId="{4A62647B-1222-407C-8740-5A497612B1F5}"/>
          </ac:spMkLst>
        </pc:spChg>
        <pc:spChg chg="add">
          <ac:chgData name="Guest User" userId="" providerId="Windows Live" clId="Web-{5A92D29F-D77B-46AA-AEA8-973B85FF58C6}" dt="2023-12-08T01:58:14.529" v="4"/>
          <ac:spMkLst>
            <pc:docMk/>
            <pc:sldMk cId="3811886479" sldId="256"/>
            <ac:spMk id="16" creationId="{B9A1D9BC-1455-4308-9ABD-A3F8EDB67AAF}"/>
          </ac:spMkLst>
        </pc:spChg>
        <pc:picChg chg="add mod ord">
          <ac:chgData name="Guest User" userId="" providerId="Windows Live" clId="Web-{5A92D29F-D77B-46AA-AEA8-973B85FF58C6}" dt="2023-12-08T01:58:14.529" v="4"/>
          <ac:picMkLst>
            <pc:docMk/>
            <pc:sldMk cId="3811886479" sldId="256"/>
            <ac:picMk id="4" creationId="{B82EADC9-DE91-46B1-8542-B2E804E790D6}"/>
          </ac:picMkLst>
        </pc:picChg>
      </pc:sldChg>
    </pc:docChg>
  </pc:docChgLst>
  <pc:docChgLst>
    <pc:chgData name="Guest User" providerId="Windows Live" clId="Web-{38ABBBDF-86A0-4CAA-91C7-A3AE7E33F92E}"/>
    <pc:docChg chg="modSld">
      <pc:chgData name="Guest User" userId="" providerId="Windows Live" clId="Web-{38ABBBDF-86A0-4CAA-91C7-A3AE7E33F92E}" dt="2023-12-10T18:22:48.914" v="19"/>
      <pc:docMkLst>
        <pc:docMk/>
      </pc:docMkLst>
      <pc:sldChg chg="addSp delSp modSp">
        <pc:chgData name="Guest User" userId="" providerId="Windows Live" clId="Web-{38ABBBDF-86A0-4CAA-91C7-A3AE7E33F92E}" dt="2023-12-10T18:22:48.914" v="19"/>
        <pc:sldMkLst>
          <pc:docMk/>
          <pc:sldMk cId="4194835316" sldId="273"/>
        </pc:sldMkLst>
        <pc:spChg chg="add del">
          <ac:chgData name="Guest User" userId="" providerId="Windows Live" clId="Web-{38ABBBDF-86A0-4CAA-91C7-A3AE7E33F92E}" dt="2023-12-10T18:22:24.240" v="6"/>
          <ac:spMkLst>
            <pc:docMk/>
            <pc:sldMk cId="4194835316" sldId="273"/>
            <ac:spMk id="2" creationId="{546BFF9B-B313-5FF1-93B2-0B64EDAF92B7}"/>
          </ac:spMkLst>
        </pc:spChg>
        <pc:spChg chg="add del">
          <ac:chgData name="Guest User" userId="" providerId="Windows Live" clId="Web-{38ABBBDF-86A0-4CAA-91C7-A3AE7E33F92E}" dt="2023-12-10T18:22:13.411" v="2"/>
          <ac:spMkLst>
            <pc:docMk/>
            <pc:sldMk cId="4194835316" sldId="273"/>
            <ac:spMk id="2" creationId="{5D84D2EE-8DD0-D1B2-E7FA-22B28733B875}"/>
          </ac:spMkLst>
        </pc:spChg>
        <pc:spChg chg="add del">
          <ac:chgData name="Guest User" userId="" providerId="Windows Live" clId="Web-{38ABBBDF-86A0-4CAA-91C7-A3AE7E33F92E}" dt="2023-12-10T18:22:39.928" v="14"/>
          <ac:spMkLst>
            <pc:docMk/>
            <pc:sldMk cId="4194835316" sldId="273"/>
            <ac:spMk id="2" creationId="{7CEF0C3E-8FFF-1360-5724-E79A66545FFB}"/>
          </ac:spMkLst>
        </pc:spChg>
        <pc:spChg chg="add">
          <ac:chgData name="Guest User" userId="" providerId="Windows Live" clId="Web-{38ABBBDF-86A0-4CAA-91C7-A3AE7E33F92E}" dt="2023-12-10T18:22:48.914" v="19"/>
          <ac:spMkLst>
            <pc:docMk/>
            <pc:sldMk cId="4194835316" sldId="273"/>
            <ac:spMk id="2" creationId="{C29B9BED-C5D6-53A5-5BE4-F534F6CD802C}"/>
          </ac:spMkLst>
        </pc:spChg>
        <pc:spChg chg="add del">
          <ac:chgData name="Guest User" userId="" providerId="Windows Live" clId="Web-{38ABBBDF-86A0-4CAA-91C7-A3AE7E33F92E}" dt="2023-12-10T18:22:30.553" v="10"/>
          <ac:spMkLst>
            <pc:docMk/>
            <pc:sldMk cId="4194835316" sldId="273"/>
            <ac:spMk id="2" creationId="{D534DAFB-3AAE-B80F-A04C-9CD5BED1788C}"/>
          </ac:spMkLst>
        </pc:spChg>
        <pc:spChg chg="add del">
          <ac:chgData name="Guest User" userId="" providerId="Windows Live" clId="Web-{38ABBBDF-86A0-4CAA-91C7-A3AE7E33F92E}" dt="2023-12-10T18:22:39.960" v="17"/>
          <ac:spMkLst>
            <pc:docMk/>
            <pc:sldMk cId="4194835316" sldId="273"/>
            <ac:spMk id="192" creationId="{9F8DFFC6-E45A-7472-26DC-6FB2DB59A929}"/>
          </ac:spMkLst>
        </pc:spChg>
        <pc:spChg chg="add del">
          <ac:chgData name="Guest User" userId="" providerId="Windows Live" clId="Web-{38ABBBDF-86A0-4CAA-91C7-A3AE7E33F92E}" dt="2023-12-10T18:22:39.960" v="17"/>
          <ac:spMkLst>
            <pc:docMk/>
            <pc:sldMk cId="4194835316" sldId="273"/>
            <ac:spMk id="193" creationId="{94ABE5AA-A9A6-74B7-9AC7-7837686F0145}"/>
          </ac:spMkLst>
        </pc:spChg>
        <pc:spChg chg="add del">
          <ac:chgData name="Guest User" userId="" providerId="Windows Live" clId="Web-{38ABBBDF-86A0-4CAA-91C7-A3AE7E33F92E}" dt="2023-12-10T18:22:39.960" v="17"/>
          <ac:spMkLst>
            <pc:docMk/>
            <pc:sldMk cId="4194835316" sldId="273"/>
            <ac:spMk id="194" creationId="{86EACA81-2C51-079E-83B2-FE67195C0D9E}"/>
          </ac:spMkLst>
        </pc:spChg>
        <pc:spChg chg="add del">
          <ac:chgData name="Guest User" userId="" providerId="Windows Live" clId="Web-{38ABBBDF-86A0-4CAA-91C7-A3AE7E33F92E}" dt="2023-12-10T18:22:24.240" v="6"/>
          <ac:spMkLst>
            <pc:docMk/>
            <pc:sldMk cId="4194835316" sldId="273"/>
            <ac:spMk id="201" creationId="{576152AB-DB4E-43E1-BE8B-9E2B5DE4CA12}"/>
          </ac:spMkLst>
        </pc:spChg>
        <pc:spChg chg="add del">
          <ac:chgData name="Guest User" userId="" providerId="Windows Live" clId="Web-{38ABBBDF-86A0-4CAA-91C7-A3AE7E33F92E}" dt="2023-12-10T18:22:39.928" v="14"/>
          <ac:spMkLst>
            <pc:docMk/>
            <pc:sldMk cId="4194835316" sldId="273"/>
            <ac:spMk id="202" creationId="{460B0EFB-53ED-4F35-B05D-F658EA021C65}"/>
          </ac:spMkLst>
        </pc:spChg>
        <pc:spChg chg="add del">
          <ac:chgData name="Guest User" userId="" providerId="Windows Live" clId="Web-{38ABBBDF-86A0-4CAA-91C7-A3AE7E33F92E}" dt="2023-12-10T18:22:24.240" v="6"/>
          <ac:spMkLst>
            <pc:docMk/>
            <pc:sldMk cId="4194835316" sldId="273"/>
            <ac:spMk id="203" creationId="{92544CF4-9B52-4A7B-A4B3-88C72729B77D}"/>
          </ac:spMkLst>
        </pc:spChg>
        <pc:spChg chg="add del">
          <ac:chgData name="Guest User" userId="" providerId="Windows Live" clId="Web-{38ABBBDF-86A0-4CAA-91C7-A3AE7E33F92E}" dt="2023-12-10T18:22:39.928" v="14"/>
          <ac:spMkLst>
            <pc:docMk/>
            <pc:sldMk cId="4194835316" sldId="273"/>
            <ac:spMk id="204" creationId="{835EF3DD-7D43-4A27-8967-A92FD8CC9365}"/>
          </ac:spMkLst>
        </pc:spChg>
        <pc:spChg chg="add del">
          <ac:chgData name="Guest User" userId="" providerId="Windows Live" clId="Web-{38ABBBDF-86A0-4CAA-91C7-A3AE7E33F92E}" dt="2023-12-10T18:22:24.240" v="6"/>
          <ac:spMkLst>
            <pc:docMk/>
            <pc:sldMk cId="4194835316" sldId="273"/>
            <ac:spMk id="205" creationId="{E75862C5-5C00-4421-BC7B-9B7B86DBC80D}"/>
          </ac:spMkLst>
        </pc:spChg>
        <pc:spChg chg="add del">
          <ac:chgData name="Guest User" userId="" providerId="Windows Live" clId="Web-{38ABBBDF-86A0-4CAA-91C7-A3AE7E33F92E}" dt="2023-12-10T18:22:24.240" v="6"/>
          <ac:spMkLst>
            <pc:docMk/>
            <pc:sldMk cId="4194835316" sldId="273"/>
            <ac:spMk id="207" creationId="{089440EF-9BE9-4AE9-8C28-00B02296CDB6}"/>
          </ac:spMkLst>
        </pc:spChg>
        <pc:spChg chg="add del">
          <ac:chgData name="Guest User" userId="" providerId="Windows Live" clId="Web-{38ABBBDF-86A0-4CAA-91C7-A3AE7E33F92E}" dt="2023-12-10T18:22:30.553" v="10"/>
          <ac:spMkLst>
            <pc:docMk/>
            <pc:sldMk cId="4194835316" sldId="273"/>
            <ac:spMk id="209" creationId="{81E1224E-6618-482E-BE87-321A7FC1CDE8}"/>
          </ac:spMkLst>
        </pc:spChg>
        <pc:spChg chg="add del">
          <ac:chgData name="Guest User" userId="" providerId="Windows Live" clId="Web-{38ABBBDF-86A0-4CAA-91C7-A3AE7E33F92E}" dt="2023-12-10T18:22:30.553" v="10"/>
          <ac:spMkLst>
            <pc:docMk/>
            <pc:sldMk cId="4194835316" sldId="273"/>
            <ac:spMk id="210" creationId="{066346BE-FDB4-4772-A696-0719490ABD64}"/>
          </ac:spMkLst>
        </pc:spChg>
        <pc:spChg chg="add del">
          <ac:chgData name="Guest User" userId="" providerId="Windows Live" clId="Web-{38ABBBDF-86A0-4CAA-91C7-A3AE7E33F92E}" dt="2023-12-10T18:22:30.553" v="10"/>
          <ac:spMkLst>
            <pc:docMk/>
            <pc:sldMk cId="4194835316" sldId="273"/>
            <ac:spMk id="211" creationId="{FB92FFCE-0C90-454E-AA25-D4EE9A6C39C5}"/>
          </ac:spMkLst>
        </pc:spChg>
        <pc:spChg chg="add del">
          <ac:chgData name="Guest User" userId="" providerId="Windows Live" clId="Web-{38ABBBDF-86A0-4CAA-91C7-A3AE7E33F92E}" dt="2023-12-10T18:22:48.914" v="19"/>
          <ac:spMkLst>
            <pc:docMk/>
            <pc:sldMk cId="4194835316" sldId="273"/>
            <ac:spMk id="217" creationId="{832C39E1-18DE-4E2F-A41C-5C8409E01842}"/>
          </ac:spMkLst>
        </pc:spChg>
        <pc:spChg chg="add del">
          <ac:chgData name="Guest User" userId="" providerId="Windows Live" clId="Web-{38ABBBDF-86A0-4CAA-91C7-A3AE7E33F92E}" dt="2023-12-10T18:22:48.914" v="19"/>
          <ac:spMkLst>
            <pc:docMk/>
            <pc:sldMk cId="4194835316" sldId="273"/>
            <ac:spMk id="218" creationId="{6C735625-AF2A-411F-ACEB-29A708A94EA6}"/>
          </ac:spMkLst>
        </pc:spChg>
        <pc:spChg chg="add del mod replId">
          <ac:chgData name="Guest User" userId="" providerId="Windows Live" clId="Web-{38ABBBDF-86A0-4CAA-91C7-A3AE7E33F92E}" dt="2023-12-10T18:22:39.960" v="17"/>
          <ac:spMkLst>
            <pc:docMk/>
            <pc:sldMk cId="4194835316" sldId="273"/>
            <ac:spMk id="219" creationId="{798C5EF4-4717-F8C2-F77B-2FF8FE83CD7D}"/>
          </ac:spMkLst>
        </pc:spChg>
        <pc:spChg chg="add del mod replId">
          <ac:chgData name="Guest User" userId="" providerId="Windows Live" clId="Web-{38ABBBDF-86A0-4CAA-91C7-A3AE7E33F92E}" dt="2023-12-10T18:22:48.914" v="19"/>
          <ac:spMkLst>
            <pc:docMk/>
            <pc:sldMk cId="4194835316" sldId="273"/>
            <ac:spMk id="220" creationId="{7926F37D-9AD7-B9D3-6CBA-482D8CBC47F7}"/>
          </ac:spMkLst>
        </pc:spChg>
        <pc:spChg chg="add">
          <ac:chgData name="Guest User" userId="" providerId="Windows Live" clId="Web-{38ABBBDF-86A0-4CAA-91C7-A3AE7E33F92E}" dt="2023-12-10T18:22:48.914" v="19"/>
          <ac:spMkLst>
            <pc:docMk/>
            <pc:sldMk cId="4194835316" sldId="273"/>
            <ac:spMk id="223" creationId="{56E9B3E6-E277-4D68-BA48-9CB43FFBD6E2}"/>
          </ac:spMkLst>
        </pc:spChg>
        <pc:spChg chg="add">
          <ac:chgData name="Guest User" userId="" providerId="Windows Live" clId="Web-{38ABBBDF-86A0-4CAA-91C7-A3AE7E33F92E}" dt="2023-12-10T18:22:48.914" v="19"/>
          <ac:spMkLst>
            <pc:docMk/>
            <pc:sldMk cId="4194835316" sldId="273"/>
            <ac:spMk id="230" creationId="{D5B0017B-2ECA-49AF-B397-DC140825DF8D}"/>
          </ac:spMkLst>
        </pc:spChg>
        <pc:grpChg chg="add">
          <ac:chgData name="Guest User" userId="" providerId="Windows Live" clId="Web-{38ABBBDF-86A0-4CAA-91C7-A3AE7E33F92E}" dt="2023-12-10T18:22:48.914" v="19"/>
          <ac:grpSpMkLst>
            <pc:docMk/>
            <pc:sldMk cId="4194835316" sldId="273"/>
            <ac:grpSpMk id="225" creationId="{AE1C45F0-260A-458C-96ED-C1F6D2151219}"/>
          </ac:grpSpMkLst>
        </pc:grpChg>
        <pc:graphicFrameChg chg="add">
          <ac:chgData name="Guest User" userId="" providerId="Windows Live" clId="Web-{38ABBBDF-86A0-4CAA-91C7-A3AE7E33F92E}" dt="2023-12-10T18:22:48.914" v="19"/>
          <ac:graphicFrameMkLst>
            <pc:docMk/>
            <pc:sldMk cId="4194835316" sldId="273"/>
            <ac:graphicFrameMk id="196" creationId="{70F0E5D3-9AC6-DCCC-D519-D28F951E3778}"/>
          </ac:graphicFrameMkLst>
        </pc:graphicFrameChg>
        <pc:graphicFrameChg chg="add del">
          <ac:chgData name="Guest User" userId="" providerId="Windows Live" clId="Web-{38ABBBDF-86A0-4CAA-91C7-A3AE7E33F92E}" dt="2023-12-10T18:22:30.553" v="10"/>
          <ac:graphicFrameMkLst>
            <pc:docMk/>
            <pc:sldMk cId="4194835316" sldId="273"/>
            <ac:graphicFrameMk id="196" creationId="{755AF314-40A3-1B8B-65C5-7CAC2CCEC6E9}"/>
          </ac:graphicFrameMkLst>
        </pc:graphicFrameChg>
        <pc:graphicFrameChg chg="add del">
          <ac:chgData name="Guest User" userId="" providerId="Windows Live" clId="Web-{38ABBBDF-86A0-4CAA-91C7-A3AE7E33F92E}" dt="2023-12-10T18:22:39.928" v="14"/>
          <ac:graphicFrameMkLst>
            <pc:docMk/>
            <pc:sldMk cId="4194835316" sldId="273"/>
            <ac:graphicFrameMk id="196" creationId="{789643B1-8508-AB5D-FAB5-F7DB9F62F5F9}"/>
          </ac:graphicFrameMkLst>
        </pc:graphicFrameChg>
        <pc:graphicFrameChg chg="add del">
          <ac:chgData name="Guest User" userId="" providerId="Windows Live" clId="Web-{38ABBBDF-86A0-4CAA-91C7-A3AE7E33F92E}" dt="2023-12-10T18:22:13.411" v="2"/>
          <ac:graphicFrameMkLst>
            <pc:docMk/>
            <pc:sldMk cId="4194835316" sldId="273"/>
            <ac:graphicFrameMk id="196" creationId="{84E5C2D5-2E51-2A69-2330-B5E9ED8FF128}"/>
          </ac:graphicFrameMkLst>
        </pc:graphicFrameChg>
        <pc:graphicFrameChg chg="add del">
          <ac:chgData name="Guest User" userId="" providerId="Windows Live" clId="Web-{38ABBBDF-86A0-4CAA-91C7-A3AE7E33F92E}" dt="2023-12-10T18:22:24.240" v="6"/>
          <ac:graphicFrameMkLst>
            <pc:docMk/>
            <pc:sldMk cId="4194835316" sldId="273"/>
            <ac:graphicFrameMk id="196" creationId="{B750F229-ABC9-B40B-99C7-D0F59377E3AA}"/>
          </ac:graphicFrameMkLst>
        </pc:graphicFrameChg>
        <pc:graphicFrameChg chg="add del mod replId">
          <ac:chgData name="Guest User" userId="" providerId="Windows Live" clId="Web-{38ABBBDF-86A0-4CAA-91C7-A3AE7E33F92E}" dt="2023-12-10T18:22:39.960" v="17"/>
          <ac:graphicFrameMkLst>
            <pc:docMk/>
            <pc:sldMk cId="4194835316" sldId="273"/>
            <ac:graphicFrameMk id="220" creationId="{08C96611-8938-FC66-237B-1A1BDDC72EF3}"/>
          </ac:graphicFrameMkLst>
        </pc:graphicFrameChg>
        <pc:graphicFrameChg chg="add del mod replId">
          <ac:chgData name="Guest User" userId="" providerId="Windows Live" clId="Web-{38ABBBDF-86A0-4CAA-91C7-A3AE7E33F92E}" dt="2023-12-10T18:22:48.914" v="19"/>
          <ac:graphicFrameMkLst>
            <pc:docMk/>
            <pc:sldMk cId="4194835316" sldId="273"/>
            <ac:graphicFrameMk id="221" creationId="{BA378216-6F2B-E879-2FB3-CE2BB21107B0}"/>
          </ac:graphicFrameMkLst>
        </pc:graphicFrameChg>
        <pc:picChg chg="add del">
          <ac:chgData name="Guest User" userId="" providerId="Windows Live" clId="Web-{38ABBBDF-86A0-4CAA-91C7-A3AE7E33F92E}" dt="2023-12-10T18:22:13.411" v="2"/>
          <ac:picMkLst>
            <pc:docMk/>
            <pc:sldMk cId="4194835316" sldId="273"/>
            <ac:picMk id="198" creationId="{7B0496C2-8DA2-FEAF-6748-3F6A0EC638ED}"/>
          </ac:picMkLst>
        </pc:picChg>
        <pc:picChg chg="add del">
          <ac:chgData name="Guest User" userId="" providerId="Windows Live" clId="Web-{38ABBBDF-86A0-4CAA-91C7-A3AE7E33F92E}" dt="2023-12-10T18:22:39.928" v="14"/>
          <ac:picMkLst>
            <pc:docMk/>
            <pc:sldMk cId="4194835316" sldId="273"/>
            <ac:picMk id="214" creationId="{208159D8-5D9D-3DCB-4612-D38B92F9D760}"/>
          </ac:picMkLst>
        </pc:picChg>
        <pc:cxnChg chg="add del">
          <ac:chgData name="Guest User" userId="" providerId="Windows Live" clId="Web-{38ABBBDF-86A0-4CAA-91C7-A3AE7E33F92E}" dt="2023-12-10T18:22:39.960" v="17"/>
          <ac:cxnSpMkLst>
            <pc:docMk/>
            <pc:sldMk cId="4194835316" sldId="273"/>
            <ac:cxnSpMk id="195" creationId="{86533D0B-9821-29DD-7E9A-B47710855EAC}"/>
          </ac:cxnSpMkLst>
        </pc:cxnChg>
        <pc:cxnChg chg="add">
          <ac:chgData name="Guest User" userId="" providerId="Windows Live" clId="Web-{38ABBBDF-86A0-4CAA-91C7-A3AE7E33F92E}" dt="2023-12-10T18:22:48.914" v="19"/>
          <ac:cxnSpMkLst>
            <pc:docMk/>
            <pc:sldMk cId="4194835316" sldId="273"/>
            <ac:cxnSpMk id="232" creationId="{6CF1BAF6-AD41-4082-B212-8A1F9A2E8779}"/>
          </ac:cxnSpMkLst>
        </pc:cxnChg>
      </pc:sldChg>
    </pc:docChg>
  </pc:docChgLst>
  <pc:docChgLst>
    <pc:chgData name="Guest User" providerId="Windows Live" clId="Web-{C599511E-DB2B-440A-9DA6-FB445115D497}"/>
    <pc:docChg chg="modSld sldOrd">
      <pc:chgData name="Guest User" userId="" providerId="Windows Live" clId="Web-{C599511E-DB2B-440A-9DA6-FB445115D497}" dt="2023-12-10T19:39:10.066" v="53" actId="20577"/>
      <pc:docMkLst>
        <pc:docMk/>
      </pc:docMkLst>
      <pc:sldChg chg="modSp">
        <pc:chgData name="Guest User" userId="" providerId="Windows Live" clId="Web-{C599511E-DB2B-440A-9DA6-FB445115D497}" dt="2023-12-10T19:39:10.066" v="53" actId="20577"/>
        <pc:sldMkLst>
          <pc:docMk/>
          <pc:sldMk cId="238147648" sldId="258"/>
        </pc:sldMkLst>
        <pc:spChg chg="mod">
          <ac:chgData name="Guest User" userId="" providerId="Windows Live" clId="Web-{C599511E-DB2B-440A-9DA6-FB445115D497}" dt="2023-12-10T19:39:10.066" v="53" actId="20577"/>
          <ac:spMkLst>
            <pc:docMk/>
            <pc:sldMk cId="238147648" sldId="258"/>
            <ac:spMk id="3" creationId="{DA00B5CB-0AE6-665D-1885-5DE7DAE7AB3B}"/>
          </ac:spMkLst>
        </pc:spChg>
      </pc:sldChg>
      <pc:sldChg chg="modSp">
        <pc:chgData name="Guest User" userId="" providerId="Windows Live" clId="Web-{C599511E-DB2B-440A-9DA6-FB445115D497}" dt="2023-12-10T19:30:57.242" v="5" actId="1076"/>
        <pc:sldMkLst>
          <pc:docMk/>
          <pc:sldMk cId="144249930" sldId="262"/>
        </pc:sldMkLst>
        <pc:spChg chg="mod">
          <ac:chgData name="Guest User" userId="" providerId="Windows Live" clId="Web-{C599511E-DB2B-440A-9DA6-FB445115D497}" dt="2023-12-10T19:30:57.242" v="5" actId="1076"/>
          <ac:spMkLst>
            <pc:docMk/>
            <pc:sldMk cId="144249930" sldId="262"/>
            <ac:spMk id="3" creationId="{4BF5183E-E3C3-5E5B-593B-1756C826C3CF}"/>
          </ac:spMkLst>
        </pc:spChg>
      </pc:sldChg>
      <pc:sldChg chg="delSp modSp ord">
        <pc:chgData name="Guest User" userId="" providerId="Windows Live" clId="Web-{C599511E-DB2B-440A-9DA6-FB445115D497}" dt="2023-12-10T19:38:54.113" v="51"/>
        <pc:sldMkLst>
          <pc:docMk/>
          <pc:sldMk cId="1318500460" sldId="263"/>
        </pc:sldMkLst>
        <pc:spChg chg="mod">
          <ac:chgData name="Guest User" userId="" providerId="Windows Live" clId="Web-{C599511E-DB2B-440A-9DA6-FB445115D497}" dt="2023-12-10T19:38:27.737" v="43" actId="1076"/>
          <ac:spMkLst>
            <pc:docMk/>
            <pc:sldMk cId="1318500460" sldId="263"/>
            <ac:spMk id="2" creationId="{BE06C104-20AF-97B1-87EA-C78682C500CE}"/>
          </ac:spMkLst>
        </pc:spChg>
        <pc:spChg chg="mod">
          <ac:chgData name="Guest User" userId="" providerId="Windows Live" clId="Web-{C599511E-DB2B-440A-9DA6-FB445115D497}" dt="2023-12-10T19:38:53.441" v="50" actId="1076"/>
          <ac:spMkLst>
            <pc:docMk/>
            <pc:sldMk cId="1318500460" sldId="263"/>
            <ac:spMk id="4" creationId="{F2A26F54-5DF5-5E77-A370-88120A7A9EB2}"/>
          </ac:spMkLst>
        </pc:spChg>
        <pc:spChg chg="del">
          <ac:chgData name="Guest User" userId="" providerId="Windows Live" clId="Web-{C599511E-DB2B-440A-9DA6-FB445115D497}" dt="2023-12-10T19:38:33.097" v="44"/>
          <ac:spMkLst>
            <pc:docMk/>
            <pc:sldMk cId="1318500460" sldId="263"/>
            <ac:spMk id="25" creationId="{7A5F0580-5EE9-419F-96EE-B6529EF6E7D0}"/>
          </ac:spMkLst>
        </pc:spChg>
      </pc:sldChg>
      <pc:sldChg chg="modSp">
        <pc:chgData name="Guest User" userId="" providerId="Windows Live" clId="Web-{C599511E-DB2B-440A-9DA6-FB445115D497}" dt="2023-12-10T19:38:08.112" v="35" actId="20577"/>
        <pc:sldMkLst>
          <pc:docMk/>
          <pc:sldMk cId="2643178516" sldId="264"/>
        </pc:sldMkLst>
        <pc:spChg chg="mod">
          <ac:chgData name="Guest User" userId="" providerId="Windows Live" clId="Web-{C599511E-DB2B-440A-9DA6-FB445115D497}" dt="2023-12-10T19:37:55.783" v="28" actId="1076"/>
          <ac:spMkLst>
            <pc:docMk/>
            <pc:sldMk cId="2643178516" sldId="264"/>
            <ac:spMk id="2" creationId="{F8A53C97-4380-6C8E-D868-A996BC5F7387}"/>
          </ac:spMkLst>
        </pc:spChg>
        <pc:spChg chg="mod">
          <ac:chgData name="Guest User" userId="" providerId="Windows Live" clId="Web-{C599511E-DB2B-440A-9DA6-FB445115D497}" dt="2023-12-10T19:38:08.112" v="35" actId="20577"/>
          <ac:spMkLst>
            <pc:docMk/>
            <pc:sldMk cId="2643178516" sldId="264"/>
            <ac:spMk id="4" creationId="{763962A0-9594-47F1-5EAB-1304317C573D}"/>
          </ac:spMkLst>
        </pc:spChg>
      </pc:sldChg>
      <pc:sldChg chg="modSp">
        <pc:chgData name="Guest User" userId="" providerId="Windows Live" clId="Web-{C599511E-DB2B-440A-9DA6-FB445115D497}" dt="2023-12-10T19:37:41.486" v="26" actId="20577"/>
        <pc:sldMkLst>
          <pc:docMk/>
          <pc:sldMk cId="1726832371" sldId="265"/>
        </pc:sldMkLst>
        <pc:spChg chg="mod">
          <ac:chgData name="Guest User" userId="" providerId="Windows Live" clId="Web-{C599511E-DB2B-440A-9DA6-FB445115D497}" dt="2023-12-10T19:37:41.486" v="26" actId="20577"/>
          <ac:spMkLst>
            <pc:docMk/>
            <pc:sldMk cId="1726832371" sldId="265"/>
            <ac:spMk id="10" creationId="{397C2EC4-1F71-5E87-FD89-E424B0843D1E}"/>
          </ac:spMkLst>
        </pc:spChg>
      </pc:sldChg>
      <pc:sldChg chg="modSp">
        <pc:chgData name="Guest User" userId="" providerId="Windows Live" clId="Web-{C599511E-DB2B-440A-9DA6-FB445115D497}" dt="2023-12-10T19:36:38.297" v="11" actId="20577"/>
        <pc:sldMkLst>
          <pc:docMk/>
          <pc:sldMk cId="1415606268" sldId="271"/>
        </pc:sldMkLst>
        <pc:spChg chg="mod">
          <ac:chgData name="Guest User" userId="" providerId="Windows Live" clId="Web-{C599511E-DB2B-440A-9DA6-FB445115D497}" dt="2023-12-10T19:36:38.297" v="11" actId="20577"/>
          <ac:spMkLst>
            <pc:docMk/>
            <pc:sldMk cId="1415606268" sldId="271"/>
            <ac:spMk id="3" creationId="{D0E3B0AA-4442-77E7-67CB-B7EA5DAAEBD4}"/>
          </ac:spMkLst>
        </pc:spChg>
      </pc:sldChg>
      <pc:sldChg chg="modSp">
        <pc:chgData name="Guest User" userId="" providerId="Windows Live" clId="Web-{C599511E-DB2B-440A-9DA6-FB445115D497}" dt="2023-12-10T19:37:21.876" v="15" actId="20577"/>
        <pc:sldMkLst>
          <pc:docMk/>
          <pc:sldMk cId="4194835316" sldId="273"/>
        </pc:sldMkLst>
        <pc:graphicFrameChg chg="modGraphic">
          <ac:chgData name="Guest User" userId="" providerId="Windows Live" clId="Web-{C599511E-DB2B-440A-9DA6-FB445115D497}" dt="2023-12-10T19:37:21.876" v="15" actId="20577"/>
          <ac:graphicFrameMkLst>
            <pc:docMk/>
            <pc:sldMk cId="4194835316" sldId="273"/>
            <ac:graphicFrameMk id="196" creationId="{70F0E5D3-9AC6-DCCC-D519-D28F951E3778}"/>
          </ac:graphicFrameMkLst>
        </pc:graphicFrameChg>
      </pc:sldChg>
    </pc:docChg>
  </pc:docChgLst>
  <pc:docChgLst>
    <pc:chgData name="Guest User" providerId="Windows Live" clId="Web-{A05E03B8-D463-4397-98E9-9C961B04C628}"/>
    <pc:docChg chg="modSld">
      <pc:chgData name="Guest User" userId="" providerId="Windows Live" clId="Web-{A05E03B8-D463-4397-98E9-9C961B04C628}" dt="2023-12-10T15:24:03.209" v="7" actId="1076"/>
      <pc:docMkLst>
        <pc:docMk/>
      </pc:docMkLst>
      <pc:sldChg chg="addSp delSp modSp mod setBg">
        <pc:chgData name="Guest User" userId="" providerId="Windows Live" clId="Web-{A05E03B8-D463-4397-98E9-9C961B04C628}" dt="2023-12-10T15:22:44.300" v="6" actId="1076"/>
        <pc:sldMkLst>
          <pc:docMk/>
          <pc:sldMk cId="550989792" sldId="257"/>
        </pc:sldMkLst>
        <pc:picChg chg="add del mod">
          <ac:chgData name="Guest User" userId="" providerId="Windows Live" clId="Web-{A05E03B8-D463-4397-98E9-9C961B04C628}" dt="2023-12-10T15:22:44.300" v="6" actId="1076"/>
          <ac:picMkLst>
            <pc:docMk/>
            <pc:sldMk cId="550989792" sldId="257"/>
            <ac:picMk id="7" creationId="{14996305-36F4-671F-A507-3A4B1871BEEA}"/>
          </ac:picMkLst>
        </pc:picChg>
      </pc:sldChg>
      <pc:sldChg chg="modSp">
        <pc:chgData name="Guest User" userId="" providerId="Windows Live" clId="Web-{A05E03B8-D463-4397-98E9-9C961B04C628}" dt="2023-12-10T15:24:03.209" v="7" actId="1076"/>
        <pc:sldMkLst>
          <pc:docMk/>
          <pc:sldMk cId="1318500460" sldId="263"/>
        </pc:sldMkLst>
        <pc:picChg chg="mod">
          <ac:chgData name="Guest User" userId="" providerId="Windows Live" clId="Web-{A05E03B8-D463-4397-98E9-9C961B04C628}" dt="2023-12-10T15:24:03.209" v="7" actId="1076"/>
          <ac:picMkLst>
            <pc:docMk/>
            <pc:sldMk cId="1318500460" sldId="263"/>
            <ac:picMk id="8" creationId="{A76B3AC7-FAE1-4554-3766-64328453DE76}"/>
          </ac:picMkLst>
        </pc:picChg>
      </pc:sldChg>
    </pc:docChg>
  </pc:docChgLst>
  <pc:docChgLst>
    <pc:chgData name="Guest User" providerId="Windows Live" clId="Web-{FE73C256-FDB8-490B-A285-823526B91BA6}"/>
    <pc:docChg chg="addSld modSld">
      <pc:chgData name="Guest User" userId="" providerId="Windows Live" clId="Web-{FE73C256-FDB8-490B-A285-823526B91BA6}" dt="2023-12-10T17:10:30.869" v="566" actId="20577"/>
      <pc:docMkLst>
        <pc:docMk/>
      </pc:docMkLst>
      <pc:sldChg chg="addSp delSp modSp">
        <pc:chgData name="Guest User" userId="" providerId="Windows Live" clId="Web-{FE73C256-FDB8-490B-A285-823526B91BA6}" dt="2023-12-10T16:33:36.785" v="3"/>
        <pc:sldMkLst>
          <pc:docMk/>
          <pc:sldMk cId="3811886479" sldId="256"/>
        </pc:sldMkLst>
        <pc:picChg chg="add del mod">
          <ac:chgData name="Guest User" userId="" providerId="Windows Live" clId="Web-{FE73C256-FDB8-490B-A285-823526B91BA6}" dt="2023-12-10T16:33:36.785" v="3"/>
          <ac:picMkLst>
            <pc:docMk/>
            <pc:sldMk cId="3811886479" sldId="256"/>
            <ac:picMk id="6" creationId="{B03512C2-0B33-2388-042D-1E4857C64CE0}"/>
          </ac:picMkLst>
        </pc:picChg>
        <pc:picChg chg="add del mod">
          <ac:chgData name="Guest User" userId="" providerId="Windows Live" clId="Web-{FE73C256-FDB8-490B-A285-823526B91BA6}" dt="2023-12-10T16:33:34.410" v="2"/>
          <ac:picMkLst>
            <pc:docMk/>
            <pc:sldMk cId="3811886479" sldId="256"/>
            <ac:picMk id="7" creationId="{99D481B4-8C90-3CC5-9F68-9F240168FBF3}"/>
          </ac:picMkLst>
        </pc:picChg>
      </pc:sldChg>
      <pc:sldChg chg="addSp delSp modSp mod setBg">
        <pc:chgData name="Guest User" userId="" providerId="Windows Live" clId="Web-{FE73C256-FDB8-490B-A285-823526B91BA6}" dt="2023-12-10T16:57:14.487" v="261"/>
        <pc:sldMkLst>
          <pc:docMk/>
          <pc:sldMk cId="550989792" sldId="257"/>
        </pc:sldMkLst>
        <pc:spChg chg="add">
          <ac:chgData name="Guest User" userId="" providerId="Windows Live" clId="Web-{FE73C256-FDB8-490B-A285-823526B91BA6}" dt="2023-12-10T16:57:14.487" v="261"/>
          <ac:spMkLst>
            <pc:docMk/>
            <pc:sldMk cId="550989792" sldId="257"/>
            <ac:spMk id="2" creationId="{3D2453BE-EED6-1BBC-4651-253D26348138}"/>
          </ac:spMkLst>
        </pc:spChg>
        <pc:spChg chg="add">
          <ac:chgData name="Guest User" userId="" providerId="Windows Live" clId="Web-{FE73C256-FDB8-490B-A285-823526B91BA6}" dt="2023-12-10T16:57:14.487" v="261"/>
          <ac:spMkLst>
            <pc:docMk/>
            <pc:sldMk cId="550989792" sldId="257"/>
            <ac:spMk id="3" creationId="{DE2ECDED-DC09-738E-E78F-F04499C28F41}"/>
          </ac:spMkLst>
        </pc:spChg>
        <pc:spChg chg="add">
          <ac:chgData name="Guest User" userId="" providerId="Windows Live" clId="Web-{FE73C256-FDB8-490B-A285-823526B91BA6}" dt="2023-12-10T16:57:14.487" v="261"/>
          <ac:spMkLst>
            <pc:docMk/>
            <pc:sldMk cId="550989792" sldId="257"/>
            <ac:spMk id="5" creationId="{C5143D8E-96DE-852B-1581-94CE239E5FF6}"/>
          </ac:spMkLst>
        </pc:spChg>
        <pc:spChg chg="del mod replId">
          <ac:chgData name="Guest User" userId="" providerId="Windows Live" clId="Web-{FE73C256-FDB8-490B-A285-823526B91BA6}" dt="2023-12-10T16:57:14.487" v="261"/>
          <ac:spMkLst>
            <pc:docMk/>
            <pc:sldMk cId="550989792" sldId="257"/>
            <ac:spMk id="8" creationId="{70D4E50B-7582-C5C8-4E3A-D5EA8AE8B743}"/>
          </ac:spMkLst>
        </pc:spChg>
        <pc:spChg chg="del mod replId">
          <ac:chgData name="Guest User" userId="" providerId="Windows Live" clId="Web-{FE73C256-FDB8-490B-A285-823526B91BA6}" dt="2023-12-10T16:57:14.487" v="261"/>
          <ac:spMkLst>
            <pc:docMk/>
            <pc:sldMk cId="550989792" sldId="257"/>
            <ac:spMk id="9" creationId="{E0233148-384A-8816-ED91-6BAC706686DB}"/>
          </ac:spMkLst>
        </pc:spChg>
        <pc:spChg chg="add">
          <ac:chgData name="Guest User" userId="" providerId="Windows Live" clId="Web-{FE73C256-FDB8-490B-A285-823526B91BA6}" dt="2023-12-10T16:57:14.487" v="261"/>
          <ac:spMkLst>
            <pc:docMk/>
            <pc:sldMk cId="550989792" sldId="257"/>
            <ac:spMk id="10" creationId="{04812C46-200A-4DEB-A05E-3ED6C68C2387}"/>
          </ac:spMkLst>
        </pc:spChg>
        <pc:spChg chg="del mod replId">
          <ac:chgData name="Guest User" userId="" providerId="Windows Live" clId="Web-{FE73C256-FDB8-490B-A285-823526B91BA6}" dt="2023-12-10T16:57:14.487" v="261"/>
          <ac:spMkLst>
            <pc:docMk/>
            <pc:sldMk cId="550989792" sldId="257"/>
            <ac:spMk id="11" creationId="{67E4024B-B1EF-B80D-D55E-C528CE9A70BA}"/>
          </ac:spMkLst>
        </pc:spChg>
        <pc:spChg chg="add">
          <ac:chgData name="Guest User" userId="" providerId="Windows Live" clId="Web-{FE73C256-FDB8-490B-A285-823526B91BA6}" dt="2023-12-10T16:57:14.487" v="261"/>
          <ac:spMkLst>
            <pc:docMk/>
            <pc:sldMk cId="550989792" sldId="257"/>
            <ac:spMk id="12" creationId="{D1EA859B-E555-4109-94F3-6700E046E008}"/>
          </ac:spMkLst>
        </pc:spChg>
        <pc:picChg chg="add">
          <ac:chgData name="Guest User" userId="" providerId="Windows Live" clId="Web-{FE73C256-FDB8-490B-A285-823526B91BA6}" dt="2023-12-10T16:57:14.487" v="261"/>
          <ac:picMkLst>
            <pc:docMk/>
            <pc:sldMk cId="550989792" sldId="257"/>
            <ac:picMk id="4" creationId="{212AC828-2640-98D5-35B1-32FCA157DD5F}"/>
          </ac:picMkLst>
        </pc:picChg>
        <pc:picChg chg="del mod replId">
          <ac:chgData name="Guest User" userId="" providerId="Windows Live" clId="Web-{FE73C256-FDB8-490B-A285-823526B91BA6}" dt="2023-12-10T16:57:14.487" v="261"/>
          <ac:picMkLst>
            <pc:docMk/>
            <pc:sldMk cId="550989792" sldId="257"/>
            <ac:picMk id="7" creationId="{14996305-36F4-671F-A507-3A4B1871BEEA}"/>
          </ac:picMkLst>
        </pc:picChg>
      </pc:sldChg>
      <pc:sldChg chg="addSp delSp modSp mod setBg">
        <pc:chgData name="Guest User" userId="" providerId="Windows Live" clId="Web-{FE73C256-FDB8-490B-A285-823526B91BA6}" dt="2023-12-10T17:02:19.293" v="348"/>
        <pc:sldMkLst>
          <pc:docMk/>
          <pc:sldMk cId="3079793993" sldId="261"/>
        </pc:sldMkLst>
        <pc:spChg chg="add del">
          <ac:chgData name="Guest User" userId="" providerId="Windows Live" clId="Web-{FE73C256-FDB8-490B-A285-823526B91BA6}" dt="2023-12-10T16:57:59.723" v="267"/>
          <ac:spMkLst>
            <pc:docMk/>
            <pc:sldMk cId="3079793993" sldId="261"/>
            <ac:spMk id="2" creationId="{16DF7BDA-B5C6-0D6F-4217-A5C89AAEF014}"/>
          </ac:spMkLst>
        </pc:spChg>
        <pc:spChg chg="add">
          <ac:chgData name="Guest User" userId="" providerId="Windows Live" clId="Web-{FE73C256-FDB8-490B-A285-823526B91BA6}" dt="2023-12-10T17:02:19.293" v="348"/>
          <ac:spMkLst>
            <pc:docMk/>
            <pc:sldMk cId="3079793993" sldId="261"/>
            <ac:spMk id="2" creationId="{CDE89568-C365-24AD-548D-295B98D4366B}"/>
          </ac:spMkLst>
        </pc:spChg>
        <pc:spChg chg="add del">
          <ac:chgData name="Guest User" userId="" providerId="Windows Live" clId="Web-{FE73C256-FDB8-490B-A285-823526B91BA6}" dt="2023-12-10T16:57:59.723" v="267"/>
          <ac:spMkLst>
            <pc:docMk/>
            <pc:sldMk cId="3079793993" sldId="261"/>
            <ac:spMk id="3" creationId="{1AD24909-BB27-A548-41BE-06A3C2BC117E}"/>
          </ac:spMkLst>
        </pc:spChg>
        <pc:spChg chg="add">
          <ac:chgData name="Guest User" userId="" providerId="Windows Live" clId="Web-{FE73C256-FDB8-490B-A285-823526B91BA6}" dt="2023-12-10T17:02:19.293" v="348"/>
          <ac:spMkLst>
            <pc:docMk/>
            <pc:sldMk cId="3079793993" sldId="261"/>
            <ac:spMk id="3" creationId="{4C613FB3-4EAC-FB49-37FC-C0701E0EF0E5}"/>
          </ac:spMkLst>
        </pc:spChg>
        <pc:spChg chg="add">
          <ac:chgData name="Guest User" userId="" providerId="Windows Live" clId="Web-{FE73C256-FDB8-490B-A285-823526B91BA6}" dt="2023-12-10T17:02:19.293" v="348"/>
          <ac:spMkLst>
            <pc:docMk/>
            <pc:sldMk cId="3079793993" sldId="261"/>
            <ac:spMk id="4" creationId="{BF2D54C8-C7CD-B71F-DB13-2C64A1F3BCB4}"/>
          </ac:spMkLst>
        </pc:spChg>
        <pc:spChg chg="add del">
          <ac:chgData name="Guest User" userId="" providerId="Windows Live" clId="Web-{FE73C256-FDB8-490B-A285-823526B91BA6}" dt="2023-12-10T16:57:59.723" v="267"/>
          <ac:spMkLst>
            <pc:docMk/>
            <pc:sldMk cId="3079793993" sldId="261"/>
            <ac:spMk id="4" creationId="{DB9939E8-8869-220F-A114-4B09DC5BB416}"/>
          </ac:spMkLst>
        </pc:spChg>
        <pc:spChg chg="add del">
          <ac:chgData name="Guest User" userId="" providerId="Windows Live" clId="Web-{FE73C256-FDB8-490B-A285-823526B91BA6}" dt="2023-12-10T16:57:59.723" v="267"/>
          <ac:spMkLst>
            <pc:docMk/>
            <pc:sldMk cId="3079793993" sldId="261"/>
            <ac:spMk id="3080" creationId="{04812C46-200A-4DEB-A05E-3ED6C68C2387}"/>
          </ac:spMkLst>
        </pc:spChg>
        <pc:spChg chg="add del">
          <ac:chgData name="Guest User" userId="" providerId="Windows Live" clId="Web-{FE73C256-FDB8-490B-A285-823526B91BA6}" dt="2023-12-10T16:57:59.723" v="267"/>
          <ac:spMkLst>
            <pc:docMk/>
            <pc:sldMk cId="3079793993" sldId="261"/>
            <ac:spMk id="3082" creationId="{D1EA859B-E555-4109-94F3-6700E046E008}"/>
          </ac:spMkLst>
        </pc:spChg>
        <pc:spChg chg="add del">
          <ac:chgData name="Guest User" userId="" providerId="Windows Live" clId="Web-{FE73C256-FDB8-490B-A285-823526B91BA6}" dt="2023-12-10T17:02:19.293" v="348"/>
          <ac:spMkLst>
            <pc:docMk/>
            <pc:sldMk cId="3079793993" sldId="261"/>
            <ac:spMk id="3087" creationId="{04812C46-200A-4DEB-A05E-3ED6C68C2387}"/>
          </ac:spMkLst>
        </pc:spChg>
        <pc:spChg chg="add del">
          <ac:chgData name="Guest User" userId="" providerId="Windows Live" clId="Web-{FE73C256-FDB8-490B-A285-823526B91BA6}" dt="2023-12-10T17:02:19.293" v="348"/>
          <ac:spMkLst>
            <pc:docMk/>
            <pc:sldMk cId="3079793993" sldId="261"/>
            <ac:spMk id="3088" creationId="{D1EA859B-E555-4109-94F3-6700E046E008}"/>
          </ac:spMkLst>
        </pc:spChg>
        <pc:spChg chg="add del mod replId">
          <ac:chgData name="Guest User" userId="" providerId="Windows Live" clId="Web-{FE73C256-FDB8-490B-A285-823526B91BA6}" dt="2023-12-10T16:57:59.770" v="270"/>
          <ac:spMkLst>
            <pc:docMk/>
            <pc:sldMk cId="3079793993" sldId="261"/>
            <ac:spMk id="3090" creationId="{5453712B-2189-0474-8324-6C8804A61602}"/>
          </ac:spMkLst>
        </pc:spChg>
        <pc:spChg chg="add del mod replId">
          <ac:chgData name="Guest User" userId="" providerId="Windows Live" clId="Web-{FE73C256-FDB8-490B-A285-823526B91BA6}" dt="2023-12-10T16:57:59.770" v="270"/>
          <ac:spMkLst>
            <pc:docMk/>
            <pc:sldMk cId="3079793993" sldId="261"/>
            <ac:spMk id="3091" creationId="{4FB53E8E-80C5-8BCB-D02C-1955FE5A2CDD}"/>
          </ac:spMkLst>
        </pc:spChg>
        <pc:spChg chg="add del mod replId">
          <ac:chgData name="Guest User" userId="" providerId="Windows Live" clId="Web-{FE73C256-FDB8-490B-A285-823526B91BA6}" dt="2023-12-10T17:02:19.293" v="348"/>
          <ac:spMkLst>
            <pc:docMk/>
            <pc:sldMk cId="3079793993" sldId="261"/>
            <ac:spMk id="3091" creationId="{DE0045B0-90D4-CD44-C2F7-3E1A5E6D9E33}"/>
          </ac:spMkLst>
        </pc:spChg>
        <pc:spChg chg="add del mod replId">
          <ac:chgData name="Guest User" userId="" providerId="Windows Live" clId="Web-{FE73C256-FDB8-490B-A285-823526B91BA6}" dt="2023-12-10T17:02:19.293" v="348"/>
          <ac:spMkLst>
            <pc:docMk/>
            <pc:sldMk cId="3079793993" sldId="261"/>
            <ac:spMk id="3092" creationId="{8B7DE981-E34F-5472-3F39-27A22F3FE28F}"/>
          </ac:spMkLst>
        </pc:spChg>
        <pc:spChg chg="add del mod replId">
          <ac:chgData name="Guest User" userId="" providerId="Windows Live" clId="Web-{FE73C256-FDB8-490B-A285-823526B91BA6}" dt="2023-12-10T16:57:59.770" v="270"/>
          <ac:spMkLst>
            <pc:docMk/>
            <pc:sldMk cId="3079793993" sldId="261"/>
            <ac:spMk id="3092" creationId="{B1CC7FDA-3C8C-2B22-E17B-9FBD3CEC8614}"/>
          </ac:spMkLst>
        </pc:spChg>
        <pc:spChg chg="add">
          <ac:chgData name="Guest User" userId="" providerId="Windows Live" clId="Web-{FE73C256-FDB8-490B-A285-823526B91BA6}" dt="2023-12-10T17:02:19.293" v="348"/>
          <ac:spMkLst>
            <pc:docMk/>
            <pc:sldMk cId="3079793993" sldId="261"/>
            <ac:spMk id="3093" creationId="{04812C46-200A-4DEB-A05E-3ED6C68C2387}"/>
          </ac:spMkLst>
        </pc:spChg>
        <pc:spChg chg="add del mod replId">
          <ac:chgData name="Guest User" userId="" providerId="Windows Live" clId="Web-{FE73C256-FDB8-490B-A285-823526B91BA6}" dt="2023-12-10T17:02:19.293" v="348"/>
          <ac:spMkLst>
            <pc:docMk/>
            <pc:sldMk cId="3079793993" sldId="261"/>
            <ac:spMk id="3094" creationId="{0C23A116-644D-AE71-5E1A-20BB7A233914}"/>
          </ac:spMkLst>
        </pc:spChg>
        <pc:spChg chg="add">
          <ac:chgData name="Guest User" userId="" providerId="Windows Live" clId="Web-{FE73C256-FDB8-490B-A285-823526B91BA6}" dt="2023-12-10T17:02:19.293" v="348"/>
          <ac:spMkLst>
            <pc:docMk/>
            <pc:sldMk cId="3079793993" sldId="261"/>
            <ac:spMk id="3095" creationId="{D1EA859B-E555-4109-94F3-6700E046E008}"/>
          </ac:spMkLst>
        </pc:spChg>
        <pc:picChg chg="add del">
          <ac:chgData name="Guest User" userId="" providerId="Windows Live" clId="Web-{FE73C256-FDB8-490B-A285-823526B91BA6}" dt="2023-12-10T16:57:59.723" v="267"/>
          <ac:picMkLst>
            <pc:docMk/>
            <pc:sldMk cId="3079793993" sldId="261"/>
            <ac:picMk id="3074" creationId="{D0E062BB-60A9-2C09-4FF2-03B2FED75C94}"/>
          </ac:picMkLst>
        </pc:picChg>
        <pc:picChg chg="add">
          <ac:chgData name="Guest User" userId="" providerId="Windows Live" clId="Web-{FE73C256-FDB8-490B-A285-823526B91BA6}" dt="2023-12-10T17:02:19.293" v="348"/>
          <ac:picMkLst>
            <pc:docMk/>
            <pc:sldMk cId="3079793993" sldId="261"/>
            <ac:picMk id="3074" creationId="{D3E0D7ED-AFDE-F8D8-B903-592F1B23BA58}"/>
          </ac:picMkLst>
        </pc:picChg>
        <pc:picChg chg="add del mod replId">
          <ac:chgData name="Guest User" userId="" providerId="Windows Live" clId="Web-{FE73C256-FDB8-490B-A285-823526B91BA6}" dt="2023-12-10T16:57:59.770" v="270"/>
          <ac:picMkLst>
            <pc:docMk/>
            <pc:sldMk cId="3079793993" sldId="261"/>
            <ac:picMk id="3089" creationId="{9917DC4E-6922-48B0-B10E-6FB632D31C6C}"/>
          </ac:picMkLst>
        </pc:picChg>
        <pc:picChg chg="add del mod replId">
          <ac:chgData name="Guest User" userId="" providerId="Windows Live" clId="Web-{FE73C256-FDB8-490B-A285-823526B91BA6}" dt="2023-12-10T17:02:19.293" v="348"/>
          <ac:picMkLst>
            <pc:docMk/>
            <pc:sldMk cId="3079793993" sldId="261"/>
            <ac:picMk id="3090" creationId="{D1474233-C510-3F17-9233-6BC8AF683BF7}"/>
          </ac:picMkLst>
        </pc:picChg>
      </pc:sldChg>
      <pc:sldChg chg="addSp delSp modSp mod setBg">
        <pc:chgData name="Guest User" userId="" providerId="Windows Live" clId="Web-{FE73C256-FDB8-490B-A285-823526B91BA6}" dt="2023-12-10T16:56:48.049" v="257"/>
        <pc:sldMkLst>
          <pc:docMk/>
          <pc:sldMk cId="144249930" sldId="262"/>
        </pc:sldMkLst>
        <pc:spChg chg="add">
          <ac:chgData name="Guest User" userId="" providerId="Windows Live" clId="Web-{FE73C256-FDB8-490B-A285-823526B91BA6}" dt="2023-12-10T16:56:48.049" v="257"/>
          <ac:spMkLst>
            <pc:docMk/>
            <pc:sldMk cId="144249930" sldId="262"/>
            <ac:spMk id="2" creationId="{27F83DD5-A85D-E922-9A39-07EB406E6345}"/>
          </ac:spMkLst>
        </pc:spChg>
        <pc:spChg chg="add">
          <ac:chgData name="Guest User" userId="" providerId="Windows Live" clId="Web-{FE73C256-FDB8-490B-A285-823526B91BA6}" dt="2023-12-10T16:56:48.049" v="257"/>
          <ac:spMkLst>
            <pc:docMk/>
            <pc:sldMk cId="144249930" sldId="262"/>
            <ac:spMk id="3" creationId="{4BF5183E-E3C3-5E5B-593B-1756C826C3CF}"/>
          </ac:spMkLst>
        </pc:spChg>
        <pc:spChg chg="add">
          <ac:chgData name="Guest User" userId="" providerId="Windows Live" clId="Web-{FE73C256-FDB8-490B-A285-823526B91BA6}" dt="2023-12-10T16:56:48.049" v="257"/>
          <ac:spMkLst>
            <pc:docMk/>
            <pc:sldMk cId="144249930" sldId="262"/>
            <ac:spMk id="4106" creationId="{04812C46-200A-4DEB-A05E-3ED6C68C2387}"/>
          </ac:spMkLst>
        </pc:spChg>
        <pc:spChg chg="add">
          <ac:chgData name="Guest User" userId="" providerId="Windows Live" clId="Web-{FE73C256-FDB8-490B-A285-823526B91BA6}" dt="2023-12-10T16:56:48.049" v="257"/>
          <ac:spMkLst>
            <pc:docMk/>
            <pc:sldMk cId="144249930" sldId="262"/>
            <ac:spMk id="4109" creationId="{D1EA859B-E555-4109-94F3-6700E046E008}"/>
          </ac:spMkLst>
        </pc:spChg>
        <pc:spChg chg="del mod replId">
          <ac:chgData name="Guest User" userId="" providerId="Windows Live" clId="Web-{FE73C256-FDB8-490B-A285-823526B91BA6}" dt="2023-12-10T16:56:48.049" v="257"/>
          <ac:spMkLst>
            <pc:docMk/>
            <pc:sldMk cId="144249930" sldId="262"/>
            <ac:spMk id="4111" creationId="{1894B36A-0EC6-B9BC-9A33-E2E9592A7DBB}"/>
          </ac:spMkLst>
        </pc:spChg>
        <pc:spChg chg="del mod replId">
          <ac:chgData name="Guest User" userId="" providerId="Windows Live" clId="Web-{FE73C256-FDB8-490B-A285-823526B91BA6}" dt="2023-12-10T16:56:48.049" v="257"/>
          <ac:spMkLst>
            <pc:docMk/>
            <pc:sldMk cId="144249930" sldId="262"/>
            <ac:spMk id="4112" creationId="{7F3056AB-CDF7-6637-6599-EF4A80C91852}"/>
          </ac:spMkLst>
        </pc:spChg>
        <pc:picChg chg="add">
          <ac:chgData name="Guest User" userId="" providerId="Windows Live" clId="Web-{FE73C256-FDB8-490B-A285-823526B91BA6}" dt="2023-12-10T16:56:48.049" v="257"/>
          <ac:picMkLst>
            <pc:docMk/>
            <pc:sldMk cId="144249930" sldId="262"/>
            <ac:picMk id="4098" creationId="{762F7B8A-96EB-7FDF-8F14-2554C4B75247}"/>
          </ac:picMkLst>
        </pc:picChg>
        <pc:picChg chg="del mod replId">
          <ac:chgData name="Guest User" userId="" providerId="Windows Live" clId="Web-{FE73C256-FDB8-490B-A285-823526B91BA6}" dt="2023-12-10T16:56:48.049" v="257"/>
          <ac:picMkLst>
            <pc:docMk/>
            <pc:sldMk cId="144249930" sldId="262"/>
            <ac:picMk id="4110" creationId="{5E0C0037-F08E-61F9-2703-5595447F21DA}"/>
          </ac:picMkLst>
        </pc:picChg>
      </pc:sldChg>
      <pc:sldChg chg="addSp delSp modSp mod setBg">
        <pc:chgData name="Guest User" userId="" providerId="Windows Live" clId="Web-{FE73C256-FDB8-490B-A285-823526B91BA6}" dt="2023-12-10T16:58:24.442" v="274"/>
        <pc:sldMkLst>
          <pc:docMk/>
          <pc:sldMk cId="1318500460" sldId="263"/>
        </pc:sldMkLst>
        <pc:spChg chg="add">
          <ac:chgData name="Guest User" userId="" providerId="Windows Live" clId="Web-{FE73C256-FDB8-490B-A285-823526B91BA6}" dt="2023-12-10T16:58:24.442" v="274"/>
          <ac:spMkLst>
            <pc:docMk/>
            <pc:sldMk cId="1318500460" sldId="263"/>
            <ac:spMk id="2" creationId="{BE06C104-20AF-97B1-87EA-C78682C500CE}"/>
          </ac:spMkLst>
        </pc:spChg>
        <pc:spChg chg="add">
          <ac:chgData name="Guest User" userId="" providerId="Windows Live" clId="Web-{FE73C256-FDB8-490B-A285-823526B91BA6}" dt="2023-12-10T16:58:24.442" v="274"/>
          <ac:spMkLst>
            <pc:docMk/>
            <pc:sldMk cId="1318500460" sldId="263"/>
            <ac:spMk id="4" creationId="{F2A26F54-5DF5-5E77-A370-88120A7A9EB2}"/>
          </ac:spMkLst>
        </pc:spChg>
        <pc:spChg chg="add del">
          <ac:chgData name="Guest User" userId="" providerId="Windows Live" clId="Web-{FE73C256-FDB8-490B-A285-823526B91BA6}" dt="2023-12-10T16:58:24.442" v="274"/>
          <ac:spMkLst>
            <pc:docMk/>
            <pc:sldMk cId="1318500460" sldId="263"/>
            <ac:spMk id="7" creationId="{7A5F0580-5EE9-419F-96EE-B6529EF6E7D0}"/>
          </ac:spMkLst>
        </pc:spChg>
        <pc:spChg chg="del mod replId">
          <ac:chgData name="Guest User" userId="" providerId="Windows Live" clId="Web-{FE73C256-FDB8-490B-A285-823526B91BA6}" dt="2023-12-10T16:56:42.315" v="255"/>
          <ac:spMkLst>
            <pc:docMk/>
            <pc:sldMk cId="1318500460" sldId="263"/>
            <ac:spMk id="9" creationId="{80AFF52C-B35E-7F2F-09A8-7C4DA2A81B7D}"/>
          </ac:spMkLst>
        </pc:spChg>
        <pc:spChg chg="add del">
          <ac:chgData name="Guest User" userId="" providerId="Windows Live" clId="Web-{FE73C256-FDB8-490B-A285-823526B91BA6}" dt="2023-12-10T16:58:24.442" v="274"/>
          <ac:spMkLst>
            <pc:docMk/>
            <pc:sldMk cId="1318500460" sldId="263"/>
            <ac:spMk id="10" creationId="{8FC9BE17-9A7B-462D-AE50-3D8777387304}"/>
          </ac:spMkLst>
        </pc:spChg>
        <pc:spChg chg="del mod replId">
          <ac:chgData name="Guest User" userId="" providerId="Windows Live" clId="Web-{FE73C256-FDB8-490B-A285-823526B91BA6}" dt="2023-12-10T16:56:42.315" v="255"/>
          <ac:spMkLst>
            <pc:docMk/>
            <pc:sldMk cId="1318500460" sldId="263"/>
            <ac:spMk id="11" creationId="{FFF3D199-B38E-0AB0-EB99-14BB134C15FC}"/>
          </ac:spMkLst>
        </pc:spChg>
        <pc:spChg chg="add del">
          <ac:chgData name="Guest User" userId="" providerId="Windows Live" clId="Web-{FE73C256-FDB8-490B-A285-823526B91BA6}" dt="2023-12-10T16:58:24.442" v="274"/>
          <ac:spMkLst>
            <pc:docMk/>
            <pc:sldMk cId="1318500460" sldId="263"/>
            <ac:spMk id="12" creationId="{3EBE8569-6AEC-4B8C-8D53-2DE337CDBA65}"/>
          </ac:spMkLst>
        </pc:spChg>
        <pc:spChg chg="add del">
          <ac:chgData name="Guest User" userId="" providerId="Windows Live" clId="Web-{FE73C256-FDB8-490B-A285-823526B91BA6}" dt="2023-12-10T16:58:24.442" v="274"/>
          <ac:spMkLst>
            <pc:docMk/>
            <pc:sldMk cId="1318500460" sldId="263"/>
            <ac:spMk id="14" creationId="{55D4142C-5077-457F-A6AD-3FECFDB39685}"/>
          </ac:spMkLst>
        </pc:spChg>
        <pc:spChg chg="add del mod replId">
          <ac:chgData name="Guest User" userId="" providerId="Windows Live" clId="Web-{FE73C256-FDB8-490B-A285-823526B91BA6}" dt="2023-12-10T16:58:24.442" v="274"/>
          <ac:spMkLst>
            <pc:docMk/>
            <pc:sldMk cId="1318500460" sldId="263"/>
            <ac:spMk id="17" creationId="{62DFCFF4-346F-A29C-0F21-E2968D06D3C3}"/>
          </ac:spMkLst>
        </pc:spChg>
        <pc:spChg chg="add del mod replId">
          <ac:chgData name="Guest User" userId="" providerId="Windows Live" clId="Web-{FE73C256-FDB8-490B-A285-823526B91BA6}" dt="2023-12-10T16:58:24.442" v="274"/>
          <ac:spMkLst>
            <pc:docMk/>
            <pc:sldMk cId="1318500460" sldId="263"/>
            <ac:spMk id="18" creationId="{3194D06A-A6BB-0FF4-A69A-ADBC5C750239}"/>
          </ac:spMkLst>
        </pc:spChg>
        <pc:spChg chg="add">
          <ac:chgData name="Guest User" userId="" providerId="Windows Live" clId="Web-{FE73C256-FDB8-490B-A285-823526B91BA6}" dt="2023-12-10T16:58:24.442" v="274"/>
          <ac:spMkLst>
            <pc:docMk/>
            <pc:sldMk cId="1318500460" sldId="263"/>
            <ac:spMk id="19" creationId="{8FC9BE17-9A7B-462D-AE50-3D8777387304}"/>
          </ac:spMkLst>
        </pc:spChg>
        <pc:spChg chg="add">
          <ac:chgData name="Guest User" userId="" providerId="Windows Live" clId="Web-{FE73C256-FDB8-490B-A285-823526B91BA6}" dt="2023-12-10T16:58:24.442" v="274"/>
          <ac:spMkLst>
            <pc:docMk/>
            <pc:sldMk cId="1318500460" sldId="263"/>
            <ac:spMk id="21" creationId="{3EBE8569-6AEC-4B8C-8D53-2DE337CDBA65}"/>
          </ac:spMkLst>
        </pc:spChg>
        <pc:spChg chg="add">
          <ac:chgData name="Guest User" userId="" providerId="Windows Live" clId="Web-{FE73C256-FDB8-490B-A285-823526B91BA6}" dt="2023-12-10T16:58:24.442" v="274"/>
          <ac:spMkLst>
            <pc:docMk/>
            <pc:sldMk cId="1318500460" sldId="263"/>
            <ac:spMk id="23" creationId="{55D4142C-5077-457F-A6AD-3FECFDB39685}"/>
          </ac:spMkLst>
        </pc:spChg>
        <pc:spChg chg="add">
          <ac:chgData name="Guest User" userId="" providerId="Windows Live" clId="Web-{FE73C256-FDB8-490B-A285-823526B91BA6}" dt="2023-12-10T16:58:24.442" v="274"/>
          <ac:spMkLst>
            <pc:docMk/>
            <pc:sldMk cId="1318500460" sldId="263"/>
            <ac:spMk id="25" creationId="{7A5F0580-5EE9-419F-96EE-B6529EF6E7D0}"/>
          </ac:spMkLst>
        </pc:spChg>
        <pc:picChg chg="add">
          <ac:chgData name="Guest User" userId="" providerId="Windows Live" clId="Web-{FE73C256-FDB8-490B-A285-823526B91BA6}" dt="2023-12-10T16:58:24.442" v="274"/>
          <ac:picMkLst>
            <pc:docMk/>
            <pc:sldMk cId="1318500460" sldId="263"/>
            <ac:picMk id="5" creationId="{A3B97B54-9BA2-2C51-5AF7-D5DC1C94524F}"/>
          </ac:picMkLst>
        </pc:picChg>
        <pc:picChg chg="del mod replId">
          <ac:chgData name="Guest User" userId="" providerId="Windows Live" clId="Web-{FE73C256-FDB8-490B-A285-823526B91BA6}" dt="2023-12-10T16:56:42.315" v="255"/>
          <ac:picMkLst>
            <pc:docMk/>
            <pc:sldMk cId="1318500460" sldId="263"/>
            <ac:picMk id="8" creationId="{A76B3AC7-FAE1-4554-3766-64328453DE76}"/>
          </ac:picMkLst>
        </pc:picChg>
        <pc:picChg chg="add del mod replId">
          <ac:chgData name="Guest User" userId="" providerId="Windows Live" clId="Web-{FE73C256-FDB8-490B-A285-823526B91BA6}" dt="2023-12-10T16:58:24.442" v="274"/>
          <ac:picMkLst>
            <pc:docMk/>
            <pc:sldMk cId="1318500460" sldId="263"/>
            <ac:picMk id="16" creationId="{860ACD7E-E2B1-1FCC-CFD9-BC13F4C8323D}"/>
          </ac:picMkLst>
        </pc:picChg>
      </pc:sldChg>
      <pc:sldChg chg="addSp delSp modSp mod setBg">
        <pc:chgData name="Guest User" userId="" providerId="Windows Live" clId="Web-{FE73C256-FDB8-490B-A285-823526B91BA6}" dt="2023-12-10T16:58:32.333" v="276"/>
        <pc:sldMkLst>
          <pc:docMk/>
          <pc:sldMk cId="2643178516" sldId="264"/>
        </pc:sldMkLst>
        <pc:spChg chg="add">
          <ac:chgData name="Guest User" userId="" providerId="Windows Live" clId="Web-{FE73C256-FDB8-490B-A285-823526B91BA6}" dt="2023-12-10T16:58:32.333" v="276"/>
          <ac:spMkLst>
            <pc:docMk/>
            <pc:sldMk cId="2643178516" sldId="264"/>
            <ac:spMk id="2" creationId="{F8A53C97-4380-6C8E-D868-A996BC5F7387}"/>
          </ac:spMkLst>
        </pc:spChg>
        <pc:spChg chg="add">
          <ac:chgData name="Guest User" userId="" providerId="Windows Live" clId="Web-{FE73C256-FDB8-490B-A285-823526B91BA6}" dt="2023-12-10T16:58:32.333" v="276"/>
          <ac:spMkLst>
            <pc:docMk/>
            <pc:sldMk cId="2643178516" sldId="264"/>
            <ac:spMk id="4" creationId="{763962A0-9594-47F1-5EAB-1304317C573D}"/>
          </ac:spMkLst>
        </pc:spChg>
        <pc:spChg chg="add">
          <ac:chgData name="Guest User" userId="" providerId="Windows Live" clId="Web-{FE73C256-FDB8-490B-A285-823526B91BA6}" dt="2023-12-10T16:58:32.333" v="276"/>
          <ac:spMkLst>
            <pc:docMk/>
            <pc:sldMk cId="2643178516" sldId="264"/>
            <ac:spMk id="7" creationId="{7A5F0580-5EE9-419F-96EE-B6529EF6E7D0}"/>
          </ac:spMkLst>
        </pc:spChg>
        <pc:spChg chg="del mod replId">
          <ac:chgData name="Guest User" userId="" providerId="Windows Live" clId="Web-{FE73C256-FDB8-490B-A285-823526B91BA6}" dt="2023-12-10T16:58:32.333" v="276"/>
          <ac:spMkLst>
            <pc:docMk/>
            <pc:sldMk cId="2643178516" sldId="264"/>
            <ac:spMk id="9" creationId="{8520D0A2-1190-355B-A3C2-9DF429CAAB07}"/>
          </ac:spMkLst>
        </pc:spChg>
        <pc:spChg chg="add">
          <ac:chgData name="Guest User" userId="" providerId="Windows Live" clId="Web-{FE73C256-FDB8-490B-A285-823526B91BA6}" dt="2023-12-10T16:58:32.333" v="276"/>
          <ac:spMkLst>
            <pc:docMk/>
            <pc:sldMk cId="2643178516" sldId="264"/>
            <ac:spMk id="10" creationId="{8FC9BE17-9A7B-462D-AE50-3D8777387304}"/>
          </ac:spMkLst>
        </pc:spChg>
        <pc:spChg chg="del mod replId">
          <ac:chgData name="Guest User" userId="" providerId="Windows Live" clId="Web-{FE73C256-FDB8-490B-A285-823526B91BA6}" dt="2023-12-10T16:58:32.333" v="276"/>
          <ac:spMkLst>
            <pc:docMk/>
            <pc:sldMk cId="2643178516" sldId="264"/>
            <ac:spMk id="11" creationId="{E6EB065C-1605-B372-448C-AD6D554E042D}"/>
          </ac:spMkLst>
        </pc:spChg>
        <pc:spChg chg="add">
          <ac:chgData name="Guest User" userId="" providerId="Windows Live" clId="Web-{FE73C256-FDB8-490B-A285-823526B91BA6}" dt="2023-12-10T16:58:32.333" v="276"/>
          <ac:spMkLst>
            <pc:docMk/>
            <pc:sldMk cId="2643178516" sldId="264"/>
            <ac:spMk id="12" creationId="{3EBE8569-6AEC-4B8C-8D53-2DE337CDBA65}"/>
          </ac:spMkLst>
        </pc:spChg>
        <pc:spChg chg="add">
          <ac:chgData name="Guest User" userId="" providerId="Windows Live" clId="Web-{FE73C256-FDB8-490B-A285-823526B91BA6}" dt="2023-12-10T16:58:32.333" v="276"/>
          <ac:spMkLst>
            <pc:docMk/>
            <pc:sldMk cId="2643178516" sldId="264"/>
            <ac:spMk id="14" creationId="{55D4142C-5077-457F-A6AD-3FECFDB39685}"/>
          </ac:spMkLst>
        </pc:spChg>
        <pc:picChg chg="add">
          <ac:chgData name="Guest User" userId="" providerId="Windows Live" clId="Web-{FE73C256-FDB8-490B-A285-823526B91BA6}" dt="2023-12-10T16:58:32.333" v="276"/>
          <ac:picMkLst>
            <pc:docMk/>
            <pc:sldMk cId="2643178516" sldId="264"/>
            <ac:picMk id="5" creationId="{7A05B698-67E2-8622-20DF-C276D600DF01}"/>
          </ac:picMkLst>
        </pc:picChg>
        <pc:picChg chg="del mod replId">
          <ac:chgData name="Guest User" userId="" providerId="Windows Live" clId="Web-{FE73C256-FDB8-490B-A285-823526B91BA6}" dt="2023-12-10T16:58:32.333" v="276"/>
          <ac:picMkLst>
            <pc:docMk/>
            <pc:sldMk cId="2643178516" sldId="264"/>
            <ac:picMk id="8" creationId="{7544A793-FA77-550D-098E-231398317DF0}"/>
          </ac:picMkLst>
        </pc:picChg>
      </pc:sldChg>
      <pc:sldChg chg="addSp delSp modSp mod setBg">
        <pc:chgData name="Guest User" userId="" providerId="Windows Live" clId="Web-{FE73C256-FDB8-490B-A285-823526B91BA6}" dt="2023-12-10T16:58:52.584" v="278"/>
        <pc:sldMkLst>
          <pc:docMk/>
          <pc:sldMk cId="1726832371" sldId="265"/>
        </pc:sldMkLst>
        <pc:spChg chg="del mod replId">
          <ac:chgData name="Guest User" userId="" providerId="Windows Live" clId="Web-{FE73C256-FDB8-490B-A285-823526B91BA6}" dt="2023-12-10T16:58:52.584" v="278"/>
          <ac:spMkLst>
            <pc:docMk/>
            <pc:sldMk cId="1726832371" sldId="265"/>
            <ac:spMk id="13" creationId="{01B48F2C-2E89-E539-E4A7-F71B0ACB597C}"/>
          </ac:spMkLst>
        </pc:spChg>
        <pc:spChg chg="del mod replId">
          <ac:chgData name="Guest User" userId="" providerId="Windows Live" clId="Web-{FE73C256-FDB8-490B-A285-823526B91BA6}" dt="2023-12-10T16:58:52.584" v="278"/>
          <ac:spMkLst>
            <pc:docMk/>
            <pc:sldMk cId="1726832371" sldId="265"/>
            <ac:spMk id="14" creationId="{21E0D757-4FDE-43C5-502F-FF09AE6580E4}"/>
          </ac:spMkLst>
        </pc:spChg>
        <pc:spChg chg="add">
          <ac:chgData name="Guest User" userId="" providerId="Windows Live" clId="Web-{FE73C256-FDB8-490B-A285-823526B91BA6}" dt="2023-12-10T16:58:52.584" v="278"/>
          <ac:spMkLst>
            <pc:docMk/>
            <pc:sldMk cId="1726832371" sldId="265"/>
            <ac:spMk id="15" creationId="{257363FD-7E77-4145-9483-331A807ADF0E}"/>
          </ac:spMkLst>
        </pc:spChg>
        <pc:spChg chg="add">
          <ac:chgData name="Guest User" userId="" providerId="Windows Live" clId="Web-{FE73C256-FDB8-490B-A285-823526B91BA6}" dt="2023-12-10T16:58:52.584" v="278"/>
          <ac:spMkLst>
            <pc:docMk/>
            <pc:sldMk cId="1726832371" sldId="265"/>
            <ac:spMk id="36" creationId="{A5A201EF-8ECD-645A-10FF-DB43A38DCCDE}"/>
          </ac:spMkLst>
        </pc:spChg>
        <pc:spChg chg="add">
          <ac:chgData name="Guest User" userId="" providerId="Windows Live" clId="Web-{FE73C256-FDB8-490B-A285-823526B91BA6}" dt="2023-12-10T16:58:52.584" v="278"/>
          <ac:spMkLst>
            <pc:docMk/>
            <pc:sldMk cId="1726832371" sldId="265"/>
            <ac:spMk id="37" creationId="{93B59C32-0FD9-B7D7-2545-6CC1AF6DF15F}"/>
          </ac:spMkLst>
        </pc:spChg>
        <pc:picChg chg="del mod replId">
          <ac:chgData name="Guest User" userId="" providerId="Windows Live" clId="Web-{FE73C256-FDB8-490B-A285-823526B91BA6}" dt="2023-12-10T16:58:52.584" v="278"/>
          <ac:picMkLst>
            <pc:docMk/>
            <pc:sldMk cId="1726832371" sldId="265"/>
            <ac:picMk id="12" creationId="{85939DA8-65B0-1625-F8FB-996765B6A011}"/>
          </ac:picMkLst>
        </pc:picChg>
        <pc:picChg chg="add">
          <ac:chgData name="Guest User" userId="" providerId="Windows Live" clId="Web-{FE73C256-FDB8-490B-A285-823526B91BA6}" dt="2023-12-10T16:58:52.584" v="278"/>
          <ac:picMkLst>
            <pc:docMk/>
            <pc:sldMk cId="1726832371" sldId="265"/>
            <ac:picMk id="35" creationId="{F7945D16-E4EF-D1E4-5AC8-A37D2E6799B2}"/>
          </ac:picMkLst>
        </pc:picChg>
      </pc:sldChg>
      <pc:sldChg chg="addSp delSp modSp mod setBg">
        <pc:chgData name="Guest User" userId="" providerId="Windows Live" clId="Web-{FE73C256-FDB8-490B-A285-823526B91BA6}" dt="2023-12-10T16:52:41.902" v="172" actId="20577"/>
        <pc:sldMkLst>
          <pc:docMk/>
          <pc:sldMk cId="1415606268" sldId="271"/>
        </pc:sldMkLst>
        <pc:spChg chg="add">
          <ac:chgData name="Guest User" userId="" providerId="Windows Live" clId="Web-{FE73C256-FDB8-490B-A285-823526B91BA6}" dt="2023-12-10T16:36:04.399" v="51"/>
          <ac:spMkLst>
            <pc:docMk/>
            <pc:sldMk cId="1415606268" sldId="271"/>
            <ac:spMk id="2" creationId="{42450670-0B3E-1B73-2CA3-3F1E8B68569C}"/>
          </ac:spMkLst>
        </pc:spChg>
        <pc:spChg chg="add mod">
          <ac:chgData name="Guest User" userId="" providerId="Windows Live" clId="Web-{FE73C256-FDB8-490B-A285-823526B91BA6}" dt="2023-12-10T16:52:41.902" v="172" actId="20577"/>
          <ac:spMkLst>
            <pc:docMk/>
            <pc:sldMk cId="1415606268" sldId="271"/>
            <ac:spMk id="3" creationId="{D0E3B0AA-4442-77E7-67CB-B7EA5DAAEBD4}"/>
          </ac:spMkLst>
        </pc:spChg>
        <pc:spChg chg="del mod replId">
          <ac:chgData name="Guest User" userId="" providerId="Windows Live" clId="Web-{FE73C256-FDB8-490B-A285-823526B91BA6}" dt="2023-12-10T16:36:04.399" v="51"/>
          <ac:spMkLst>
            <pc:docMk/>
            <pc:sldMk cId="1415606268" sldId="271"/>
            <ac:spMk id="5" creationId="{B7D9D9BE-B5E3-F84A-53F9-7F36A1336397}"/>
          </ac:spMkLst>
        </pc:spChg>
        <pc:spChg chg="del mod replId">
          <ac:chgData name="Guest User" userId="" providerId="Windows Live" clId="Web-{FE73C256-FDB8-490B-A285-823526B91BA6}" dt="2023-12-10T16:36:04.399" v="51"/>
          <ac:spMkLst>
            <pc:docMk/>
            <pc:sldMk cId="1415606268" sldId="271"/>
            <ac:spMk id="6" creationId="{465C74D8-ADE4-4CDD-CA61-5ABA4740BB28}"/>
          </ac:spMkLst>
        </pc:spChg>
        <pc:spChg chg="add">
          <ac:chgData name="Guest User" userId="" providerId="Windows Live" clId="Web-{FE73C256-FDB8-490B-A285-823526B91BA6}" dt="2023-12-10T16:36:04.399" v="51"/>
          <ac:spMkLst>
            <pc:docMk/>
            <pc:sldMk cId="1415606268" sldId="271"/>
            <ac:spMk id="8" creationId="{907EF6B7-1338-4443-8C46-6A318D952DFD}"/>
          </ac:spMkLst>
        </pc:spChg>
        <pc:spChg chg="add">
          <ac:chgData name="Guest User" userId="" providerId="Windows Live" clId="Web-{FE73C256-FDB8-490B-A285-823526B91BA6}" dt="2023-12-10T16:36:04.399" v="51"/>
          <ac:spMkLst>
            <pc:docMk/>
            <pc:sldMk cId="1415606268" sldId="271"/>
            <ac:spMk id="10" creationId="{DAAE4CDD-124C-4DCF-9584-B6033B545DD5}"/>
          </ac:spMkLst>
        </pc:spChg>
        <pc:spChg chg="add">
          <ac:chgData name="Guest User" userId="" providerId="Windows Live" clId="Web-{FE73C256-FDB8-490B-A285-823526B91BA6}" dt="2023-12-10T16:36:04.399" v="51"/>
          <ac:spMkLst>
            <pc:docMk/>
            <pc:sldMk cId="1415606268" sldId="271"/>
            <ac:spMk id="12" creationId="{081E4A58-353D-44AE-B2FC-2A74E2E400F7}"/>
          </ac:spMkLst>
        </pc:spChg>
        <pc:picChg chg="add del mod">
          <ac:chgData name="Guest User" userId="" providerId="Windows Live" clId="Web-{FE73C256-FDB8-490B-A285-823526B91BA6}" dt="2023-12-10T16:34:36.396" v="11"/>
          <ac:picMkLst>
            <pc:docMk/>
            <pc:sldMk cId="1415606268" sldId="271"/>
            <ac:picMk id="4" creationId="{060E2643-4138-B158-DFD8-BB820F499852}"/>
          </ac:picMkLst>
        </pc:picChg>
      </pc:sldChg>
      <pc:sldChg chg="addSp delSp modSp new mod setBg">
        <pc:chgData name="Guest User" userId="" providerId="Windows Live" clId="Web-{FE73C256-FDB8-490B-A285-823526B91BA6}" dt="2023-12-10T17:10:30.869" v="566" actId="20577"/>
        <pc:sldMkLst>
          <pc:docMk/>
          <pc:sldMk cId="3603684928" sldId="272"/>
        </pc:sldMkLst>
        <pc:spChg chg="add del">
          <ac:chgData name="Guest User" userId="" providerId="Windows Live" clId="Web-{FE73C256-FDB8-490B-A285-823526B91BA6}" dt="2023-12-10T17:09:15.242" v="526"/>
          <ac:spMkLst>
            <pc:docMk/>
            <pc:sldMk cId="3603684928" sldId="272"/>
            <ac:spMk id="2" creationId="{22D3DD0A-92A3-221F-CBD5-69B76C07F282}"/>
          </ac:spMkLst>
        </pc:spChg>
        <pc:spChg chg="add del">
          <ac:chgData name="Guest User" userId="" providerId="Windows Live" clId="Web-{FE73C256-FDB8-490B-A285-823526B91BA6}" dt="2023-12-10T17:09:49.649" v="558"/>
          <ac:spMkLst>
            <pc:docMk/>
            <pc:sldMk cId="3603684928" sldId="272"/>
            <ac:spMk id="2" creationId="{347D3A56-CBF7-BAE8-12F8-591377E7337C}"/>
          </ac:spMkLst>
        </pc:spChg>
        <pc:spChg chg="add del">
          <ac:chgData name="Guest User" userId="" providerId="Windows Live" clId="Web-{FE73C256-FDB8-490B-A285-823526B91BA6}" dt="2023-12-10T17:09:18.179" v="530"/>
          <ac:spMkLst>
            <pc:docMk/>
            <pc:sldMk cId="3603684928" sldId="272"/>
            <ac:spMk id="2" creationId="{39BBB259-8330-320E-FFC7-1F9CB487E510}"/>
          </ac:spMkLst>
        </pc:spChg>
        <pc:spChg chg="add del">
          <ac:chgData name="Guest User" userId="" providerId="Windows Live" clId="Web-{FE73C256-FDB8-490B-A285-823526B91BA6}" dt="2023-12-10T17:09:40.383" v="550"/>
          <ac:spMkLst>
            <pc:docMk/>
            <pc:sldMk cId="3603684928" sldId="272"/>
            <ac:spMk id="2" creationId="{3C798539-8A35-3F6B-9D7A-FE3224E99F9D}"/>
          </ac:spMkLst>
        </pc:spChg>
        <pc:spChg chg="add del">
          <ac:chgData name="Guest User" userId="" providerId="Windows Live" clId="Web-{FE73C256-FDB8-490B-A285-823526B91BA6}" dt="2023-12-10T17:09:27.289" v="542"/>
          <ac:spMkLst>
            <pc:docMk/>
            <pc:sldMk cId="3603684928" sldId="272"/>
            <ac:spMk id="2" creationId="{42859EE3-F2F6-997A-80CB-B95BF9A7947C}"/>
          </ac:spMkLst>
        </pc:spChg>
        <pc:spChg chg="add del">
          <ac:chgData name="Guest User" userId="" providerId="Windows Live" clId="Web-{FE73C256-FDB8-490B-A285-823526B91BA6}" dt="2023-12-10T17:09:23.914" v="538"/>
          <ac:spMkLst>
            <pc:docMk/>
            <pc:sldMk cId="3603684928" sldId="272"/>
            <ac:spMk id="2" creationId="{480FAFC0-AC33-856E-EA43-BACDC2B3C475}"/>
          </ac:spMkLst>
        </pc:spChg>
        <pc:spChg chg="add del">
          <ac:chgData name="Guest User" userId="" providerId="Windows Live" clId="Web-{FE73C256-FDB8-490B-A285-823526B91BA6}" dt="2023-12-10T17:09:20.929" v="534"/>
          <ac:spMkLst>
            <pc:docMk/>
            <pc:sldMk cId="3603684928" sldId="272"/>
            <ac:spMk id="2" creationId="{843E972A-197D-229C-D64E-D72A6DC88B34}"/>
          </ac:spMkLst>
        </pc:spChg>
        <pc:spChg chg="add del">
          <ac:chgData name="Guest User" userId="" providerId="Windows Live" clId="Web-{FE73C256-FDB8-490B-A285-823526B91BA6}" dt="2023-12-10T17:09:45.399" v="554"/>
          <ac:spMkLst>
            <pc:docMk/>
            <pc:sldMk cId="3603684928" sldId="272"/>
            <ac:spMk id="2" creationId="{AD8C2CF1-5086-7065-E868-489C0BBC06DA}"/>
          </ac:spMkLst>
        </pc:spChg>
        <pc:spChg chg="add del">
          <ac:chgData name="Guest User" userId="" providerId="Windows Live" clId="Web-{FE73C256-FDB8-490B-A285-823526B91BA6}" dt="2023-12-10T17:09:54.040" v="562"/>
          <ac:spMkLst>
            <pc:docMk/>
            <pc:sldMk cId="3603684928" sldId="272"/>
            <ac:spMk id="2" creationId="{D3692341-9354-3BE4-C35C-610F601B3C89}"/>
          </ac:spMkLst>
        </pc:spChg>
        <pc:spChg chg="add del">
          <ac:chgData name="Guest User" userId="" providerId="Windows Live" clId="Web-{FE73C256-FDB8-490B-A285-823526B91BA6}" dt="2023-12-10T17:09:32.008" v="546"/>
          <ac:spMkLst>
            <pc:docMk/>
            <pc:sldMk cId="3603684928" sldId="272"/>
            <ac:spMk id="2" creationId="{D6DC93DD-115E-321F-7AE7-679B50518222}"/>
          </ac:spMkLst>
        </pc:spChg>
        <pc:spChg chg="add del">
          <ac:chgData name="Guest User" userId="" providerId="Windows Live" clId="Web-{FE73C256-FDB8-490B-A285-823526B91BA6}" dt="2023-12-10T17:09:12.507" v="522"/>
          <ac:spMkLst>
            <pc:docMk/>
            <pc:sldMk cId="3603684928" sldId="272"/>
            <ac:spMk id="2" creationId="{FA7F1F96-4E4E-7F55-09C3-69EE3174D501}"/>
          </ac:spMkLst>
        </pc:spChg>
        <pc:spChg chg="add del">
          <ac:chgData name="Guest User" userId="" providerId="Windows Live" clId="Web-{FE73C256-FDB8-490B-A285-823526B91BA6}" dt="2023-12-10T17:09:15.242" v="526"/>
          <ac:spMkLst>
            <pc:docMk/>
            <pc:sldMk cId="3603684928" sldId="272"/>
            <ac:spMk id="3" creationId="{3CB903CB-36E1-903C-D941-8F4009B402B2}"/>
          </ac:spMkLst>
        </pc:spChg>
        <pc:spChg chg="add del mod replId">
          <ac:chgData name="Guest User" userId="" providerId="Windows Live" clId="Web-{FE73C256-FDB8-490B-A285-823526B91BA6}" dt="2023-12-10T17:09:54.055" v="565"/>
          <ac:spMkLst>
            <pc:docMk/>
            <pc:sldMk cId="3603684928" sldId="272"/>
            <ac:spMk id="3" creationId="{D9581768-C041-CA1F-B095-94E13BEBC2D5}"/>
          </ac:spMkLst>
        </pc:spChg>
        <pc:spChg chg="add del">
          <ac:chgData name="Guest User" userId="" providerId="Windows Live" clId="Web-{FE73C256-FDB8-490B-A285-823526B91BA6}" dt="2023-12-10T17:09:12.507" v="522"/>
          <ac:spMkLst>
            <pc:docMk/>
            <pc:sldMk cId="3603684928" sldId="272"/>
            <ac:spMk id="3" creationId="{F9288806-3E42-1C5B-B023-BD615DFC8485}"/>
          </ac:spMkLst>
        </pc:spChg>
        <pc:spChg chg="add del">
          <ac:chgData name="Guest User" userId="" providerId="Windows Live" clId="Web-{FE73C256-FDB8-490B-A285-823526B91BA6}" dt="2023-12-10T17:09:12.507" v="522"/>
          <ac:spMkLst>
            <pc:docMk/>
            <pc:sldMk cId="3603684928" sldId="272"/>
            <ac:spMk id="8" creationId="{081EA652-8C6A-4E69-BEB9-170809474553}"/>
          </ac:spMkLst>
        </pc:spChg>
        <pc:spChg chg="add del">
          <ac:chgData name="Guest User" userId="" providerId="Windows Live" clId="Web-{FE73C256-FDB8-490B-A285-823526B91BA6}" dt="2023-12-10T17:09:15.242" v="526"/>
          <ac:spMkLst>
            <pc:docMk/>
            <pc:sldMk cId="3603684928" sldId="272"/>
            <ac:spMk id="9" creationId="{C0763A76-9F1C-4FC5-82B7-DD475DA461B2}"/>
          </ac:spMkLst>
        </pc:spChg>
        <pc:spChg chg="add del">
          <ac:chgData name="Guest User" userId="" providerId="Windows Live" clId="Web-{FE73C256-FDB8-490B-A285-823526B91BA6}" dt="2023-12-10T17:09:12.507" v="522"/>
          <ac:spMkLst>
            <pc:docMk/>
            <pc:sldMk cId="3603684928" sldId="272"/>
            <ac:spMk id="10" creationId="{5298780A-33B9-4EA2-8F67-DE68AD62841B}"/>
          </ac:spMkLst>
        </pc:spChg>
        <pc:spChg chg="add del">
          <ac:chgData name="Guest User" userId="" providerId="Windows Live" clId="Web-{FE73C256-FDB8-490B-A285-823526B91BA6}" dt="2023-12-10T17:09:15.242" v="526"/>
          <ac:spMkLst>
            <pc:docMk/>
            <pc:sldMk cId="3603684928" sldId="272"/>
            <ac:spMk id="11" creationId="{E81BF4F6-F2CF-4984-9D14-D6966D92F99F}"/>
          </ac:spMkLst>
        </pc:spChg>
        <pc:spChg chg="add del">
          <ac:chgData name="Guest User" userId="" providerId="Windows Live" clId="Web-{FE73C256-FDB8-490B-A285-823526B91BA6}" dt="2023-12-10T17:09:12.507" v="522"/>
          <ac:spMkLst>
            <pc:docMk/>
            <pc:sldMk cId="3603684928" sldId="272"/>
            <ac:spMk id="12" creationId="{7F488E8B-4E1E-4402-8935-D4E6C02615C7}"/>
          </ac:spMkLst>
        </pc:spChg>
        <pc:spChg chg="add del">
          <ac:chgData name="Guest User" userId="" providerId="Windows Live" clId="Web-{FE73C256-FDB8-490B-A285-823526B91BA6}" dt="2023-12-10T17:09:18.179" v="530"/>
          <ac:spMkLst>
            <pc:docMk/>
            <pc:sldMk cId="3603684928" sldId="272"/>
            <ac:spMk id="13" creationId="{AAD0DBB9-1A4B-4391-81D4-CB19F9AB918A}"/>
          </ac:spMkLst>
        </pc:spChg>
        <pc:spChg chg="add del">
          <ac:chgData name="Guest User" userId="" providerId="Windows Live" clId="Web-{FE73C256-FDB8-490B-A285-823526B91BA6}" dt="2023-12-10T17:09:18.179" v="530"/>
          <ac:spMkLst>
            <pc:docMk/>
            <pc:sldMk cId="3603684928" sldId="272"/>
            <ac:spMk id="15" creationId="{063BBA22-50EA-4C4D-BE05-F1CE4E63AA56}"/>
          </ac:spMkLst>
        </pc:spChg>
        <pc:spChg chg="add del">
          <ac:chgData name="Guest User" userId="" providerId="Windows Live" clId="Web-{FE73C256-FDB8-490B-A285-823526B91BA6}" dt="2023-12-10T17:09:18.179" v="530"/>
          <ac:spMkLst>
            <pc:docMk/>
            <pc:sldMk cId="3603684928" sldId="272"/>
            <ac:spMk id="19" creationId="{BACC6370-2D7E-4714-9D71-7542949D7D5D}"/>
          </ac:spMkLst>
        </pc:spChg>
        <pc:spChg chg="add del">
          <ac:chgData name="Guest User" userId="" providerId="Windows Live" clId="Web-{FE73C256-FDB8-490B-A285-823526B91BA6}" dt="2023-12-10T17:09:18.179" v="530"/>
          <ac:spMkLst>
            <pc:docMk/>
            <pc:sldMk cId="3603684928" sldId="272"/>
            <ac:spMk id="20" creationId="{F68B3F68-107C-434F-AA38-110D5EA91B85}"/>
          </ac:spMkLst>
        </pc:spChg>
        <pc:spChg chg="add del">
          <ac:chgData name="Guest User" userId="" providerId="Windows Live" clId="Web-{FE73C256-FDB8-490B-A285-823526B91BA6}" dt="2023-12-10T17:09:20.929" v="534"/>
          <ac:spMkLst>
            <pc:docMk/>
            <pc:sldMk cId="3603684928" sldId="272"/>
            <ac:spMk id="22" creationId="{F13C74B1-5B17-4795-BED0-7140497B445A}"/>
          </ac:spMkLst>
        </pc:spChg>
        <pc:spChg chg="add del">
          <ac:chgData name="Guest User" userId="" providerId="Windows Live" clId="Web-{FE73C256-FDB8-490B-A285-823526B91BA6}" dt="2023-12-10T17:09:20.929" v="534"/>
          <ac:spMkLst>
            <pc:docMk/>
            <pc:sldMk cId="3603684928" sldId="272"/>
            <ac:spMk id="23" creationId="{D4974D33-8DC5-464E-8C6D-BE58F0669C17}"/>
          </ac:spMkLst>
        </pc:spChg>
        <pc:spChg chg="add del">
          <ac:chgData name="Guest User" userId="" providerId="Windows Live" clId="Web-{FE73C256-FDB8-490B-A285-823526B91BA6}" dt="2023-12-10T17:09:20.929" v="534"/>
          <ac:spMkLst>
            <pc:docMk/>
            <pc:sldMk cId="3603684928" sldId="272"/>
            <ac:spMk id="24" creationId="{34F67232-18A7-5130-D971-AFBE2557BA37}"/>
          </ac:spMkLst>
        </pc:spChg>
        <pc:spChg chg="add del">
          <ac:chgData name="Guest User" userId="" providerId="Windows Live" clId="Web-{FE73C256-FDB8-490B-A285-823526B91BA6}" dt="2023-12-10T17:09:23.914" v="538"/>
          <ac:spMkLst>
            <pc:docMk/>
            <pc:sldMk cId="3603684928" sldId="272"/>
            <ac:spMk id="27" creationId="{8181FC64-B306-4821-98E2-780662EFC486}"/>
          </ac:spMkLst>
        </pc:spChg>
        <pc:spChg chg="add del">
          <ac:chgData name="Guest User" userId="" providerId="Windows Live" clId="Web-{FE73C256-FDB8-490B-A285-823526B91BA6}" dt="2023-12-10T17:09:23.914" v="538"/>
          <ac:spMkLst>
            <pc:docMk/>
            <pc:sldMk cId="3603684928" sldId="272"/>
            <ac:spMk id="29" creationId="{5871FC61-DD4E-47D4-81FD-8A7E7D12B371}"/>
          </ac:spMkLst>
        </pc:spChg>
        <pc:spChg chg="add del">
          <ac:chgData name="Guest User" userId="" providerId="Windows Live" clId="Web-{FE73C256-FDB8-490B-A285-823526B91BA6}" dt="2023-12-10T17:09:23.914" v="538"/>
          <ac:spMkLst>
            <pc:docMk/>
            <pc:sldMk cId="3603684928" sldId="272"/>
            <ac:spMk id="30" creationId="{F9EC3F91-A75C-4F74-867E-E4C28C13546B}"/>
          </ac:spMkLst>
        </pc:spChg>
        <pc:spChg chg="add del">
          <ac:chgData name="Guest User" userId="" providerId="Windows Live" clId="Web-{FE73C256-FDB8-490B-A285-823526B91BA6}" dt="2023-12-10T17:09:23.914" v="538"/>
          <ac:spMkLst>
            <pc:docMk/>
            <pc:sldMk cId="3603684928" sldId="272"/>
            <ac:spMk id="31" creationId="{829A1E2C-5AC8-40FC-99E9-832069D39792}"/>
          </ac:spMkLst>
        </pc:spChg>
        <pc:spChg chg="add del">
          <ac:chgData name="Guest User" userId="" providerId="Windows Live" clId="Web-{FE73C256-FDB8-490B-A285-823526B91BA6}" dt="2023-12-10T17:09:23.914" v="538"/>
          <ac:spMkLst>
            <pc:docMk/>
            <pc:sldMk cId="3603684928" sldId="272"/>
            <ac:spMk id="32" creationId="{4DD717A8-EE1F-CFFC-A50C-3196896E08B9}"/>
          </ac:spMkLst>
        </pc:spChg>
        <pc:spChg chg="add del">
          <ac:chgData name="Guest User" userId="" providerId="Windows Live" clId="Web-{FE73C256-FDB8-490B-A285-823526B91BA6}" dt="2023-12-10T17:09:27.289" v="542"/>
          <ac:spMkLst>
            <pc:docMk/>
            <pc:sldMk cId="3603684928" sldId="272"/>
            <ac:spMk id="34" creationId="{327D73B4-9F5C-4A64-A179-51B9500CB8B5}"/>
          </ac:spMkLst>
        </pc:spChg>
        <pc:spChg chg="add del">
          <ac:chgData name="Guest User" userId="" providerId="Windows Live" clId="Web-{FE73C256-FDB8-490B-A285-823526B91BA6}" dt="2023-12-10T17:09:27.289" v="542"/>
          <ac:spMkLst>
            <pc:docMk/>
            <pc:sldMk cId="3603684928" sldId="272"/>
            <ac:spMk id="35" creationId="{C1F06963-6374-4B48-844F-071A9BAAAE02}"/>
          </ac:spMkLst>
        </pc:spChg>
        <pc:spChg chg="add del">
          <ac:chgData name="Guest User" userId="" providerId="Windows Live" clId="Web-{FE73C256-FDB8-490B-A285-823526B91BA6}" dt="2023-12-10T17:09:27.289" v="542"/>
          <ac:spMkLst>
            <pc:docMk/>
            <pc:sldMk cId="3603684928" sldId="272"/>
            <ac:spMk id="36" creationId="{6CB927A4-E432-4310-9CD5-E89FF5063179}"/>
          </ac:spMkLst>
        </pc:spChg>
        <pc:spChg chg="add del">
          <ac:chgData name="Guest User" userId="" providerId="Windows Live" clId="Web-{FE73C256-FDB8-490B-A285-823526B91BA6}" dt="2023-12-10T17:09:27.289" v="542"/>
          <ac:spMkLst>
            <pc:docMk/>
            <pc:sldMk cId="3603684928" sldId="272"/>
            <ac:spMk id="37" creationId="{1453BF6C-B012-48B7-B4E8-6D7AC7C27D02}"/>
          </ac:spMkLst>
        </pc:spChg>
        <pc:spChg chg="add del">
          <ac:chgData name="Guest User" userId="" providerId="Windows Live" clId="Web-{FE73C256-FDB8-490B-A285-823526B91BA6}" dt="2023-12-10T17:09:27.289" v="542"/>
          <ac:spMkLst>
            <pc:docMk/>
            <pc:sldMk cId="3603684928" sldId="272"/>
            <ac:spMk id="38" creationId="{28CA14AF-3AF6-8925-4EC8-E3473CCBF942}"/>
          </ac:spMkLst>
        </pc:spChg>
        <pc:spChg chg="add del">
          <ac:chgData name="Guest User" userId="" providerId="Windows Live" clId="Web-{FE73C256-FDB8-490B-A285-823526B91BA6}" dt="2023-12-10T17:09:27.289" v="542"/>
          <ac:spMkLst>
            <pc:docMk/>
            <pc:sldMk cId="3603684928" sldId="272"/>
            <ac:spMk id="39" creationId="{E3020543-B24B-4EC4-8FFC-8DD88EEA91A8}"/>
          </ac:spMkLst>
        </pc:spChg>
        <pc:spChg chg="add del">
          <ac:chgData name="Guest User" userId="" providerId="Windows Live" clId="Web-{FE73C256-FDB8-490B-A285-823526B91BA6}" dt="2023-12-10T17:09:32.008" v="546"/>
          <ac:spMkLst>
            <pc:docMk/>
            <pc:sldMk cId="3603684928" sldId="272"/>
            <ac:spMk id="41" creationId="{100EDD19-6802-4EC3-95CE-CFFAB042CFD6}"/>
          </ac:spMkLst>
        </pc:spChg>
        <pc:spChg chg="add del">
          <ac:chgData name="Guest User" userId="" providerId="Windows Live" clId="Web-{FE73C256-FDB8-490B-A285-823526B91BA6}" dt="2023-12-10T17:09:32.008" v="546"/>
          <ac:spMkLst>
            <pc:docMk/>
            <pc:sldMk cId="3603684928" sldId="272"/>
            <ac:spMk id="42" creationId="{DB17E863-922E-4C26-BD64-E8FD41D28661}"/>
          </ac:spMkLst>
        </pc:spChg>
        <pc:spChg chg="add del">
          <ac:chgData name="Guest User" userId="" providerId="Windows Live" clId="Web-{FE73C256-FDB8-490B-A285-823526B91BA6}" dt="2023-12-10T17:09:32.008" v="546"/>
          <ac:spMkLst>
            <pc:docMk/>
            <pc:sldMk cId="3603684928" sldId="272"/>
            <ac:spMk id="43" creationId="{27119270-4663-C72F-DA30-1C4EBD63B98D}"/>
          </ac:spMkLst>
        </pc:spChg>
        <pc:spChg chg="add del">
          <ac:chgData name="Guest User" userId="" providerId="Windows Live" clId="Web-{FE73C256-FDB8-490B-A285-823526B91BA6}" dt="2023-12-10T17:09:40.383" v="550"/>
          <ac:spMkLst>
            <pc:docMk/>
            <pc:sldMk cId="3603684928" sldId="272"/>
            <ac:spMk id="45" creationId="{04C21BAE-6866-4C7A-A7EC-C1B2E572D5BE}"/>
          </ac:spMkLst>
        </pc:spChg>
        <pc:spChg chg="add del">
          <ac:chgData name="Guest User" userId="" providerId="Windows Live" clId="Web-{FE73C256-FDB8-490B-A285-823526B91BA6}" dt="2023-12-10T17:09:40.383" v="550"/>
          <ac:spMkLst>
            <pc:docMk/>
            <pc:sldMk cId="3603684928" sldId="272"/>
            <ac:spMk id="47" creationId="{7E7D0C94-08B4-48AE-8813-CC4D60294F42}"/>
          </ac:spMkLst>
        </pc:spChg>
        <pc:spChg chg="add del">
          <ac:chgData name="Guest User" userId="" providerId="Windows Live" clId="Web-{FE73C256-FDB8-490B-A285-823526B91BA6}" dt="2023-12-10T17:09:40.383" v="550"/>
          <ac:spMkLst>
            <pc:docMk/>
            <pc:sldMk cId="3603684928" sldId="272"/>
            <ac:spMk id="48" creationId="{F0C518C2-0AA4-470C-87B9-9CBF428FBA25}"/>
          </ac:spMkLst>
        </pc:spChg>
        <pc:spChg chg="add del">
          <ac:chgData name="Guest User" userId="" providerId="Windows Live" clId="Web-{FE73C256-FDB8-490B-A285-823526B91BA6}" dt="2023-12-10T17:09:40.383" v="550"/>
          <ac:spMkLst>
            <pc:docMk/>
            <pc:sldMk cId="3603684928" sldId="272"/>
            <ac:spMk id="49" creationId="{EE70B53D-A9D7-5691-D631-BF607B1AA7FC}"/>
          </ac:spMkLst>
        </pc:spChg>
        <pc:spChg chg="add del">
          <ac:chgData name="Guest User" userId="" providerId="Windows Live" clId="Web-{FE73C256-FDB8-490B-A285-823526B91BA6}" dt="2023-12-10T17:09:45.399" v="554"/>
          <ac:spMkLst>
            <pc:docMk/>
            <pc:sldMk cId="3603684928" sldId="272"/>
            <ac:spMk id="51" creationId="{2C61293E-6EBE-43EF-A52C-9BEBFD7679D4}"/>
          </ac:spMkLst>
        </pc:spChg>
        <pc:spChg chg="add del">
          <ac:chgData name="Guest User" userId="" providerId="Windows Live" clId="Web-{FE73C256-FDB8-490B-A285-823526B91BA6}" dt="2023-12-10T17:09:45.399" v="554"/>
          <ac:spMkLst>
            <pc:docMk/>
            <pc:sldMk cId="3603684928" sldId="272"/>
            <ac:spMk id="53" creationId="{21540236-BFD5-4A9D-8840-4703E7F76825}"/>
          </ac:spMkLst>
        </pc:spChg>
        <pc:spChg chg="add del">
          <ac:chgData name="Guest User" userId="" providerId="Windows Live" clId="Web-{FE73C256-FDB8-490B-A285-823526B91BA6}" dt="2023-12-10T17:09:45.399" v="554"/>
          <ac:spMkLst>
            <pc:docMk/>
            <pc:sldMk cId="3603684928" sldId="272"/>
            <ac:spMk id="54" creationId="{9FA4912F-6363-6485-3B75-D5ACE7C831BD}"/>
          </ac:spMkLst>
        </pc:spChg>
        <pc:spChg chg="add del">
          <ac:chgData name="Guest User" userId="" providerId="Windows Live" clId="Web-{FE73C256-FDB8-490B-A285-823526B91BA6}" dt="2023-12-10T17:09:49.649" v="558"/>
          <ac:spMkLst>
            <pc:docMk/>
            <pc:sldMk cId="3603684928" sldId="272"/>
            <ac:spMk id="56" creationId="{1B15ED52-F352-441B-82BF-E0EA34836D08}"/>
          </ac:spMkLst>
        </pc:spChg>
        <pc:spChg chg="add del">
          <ac:chgData name="Guest User" userId="" providerId="Windows Live" clId="Web-{FE73C256-FDB8-490B-A285-823526B91BA6}" dt="2023-12-10T17:09:49.649" v="558"/>
          <ac:spMkLst>
            <pc:docMk/>
            <pc:sldMk cId="3603684928" sldId="272"/>
            <ac:spMk id="57" creationId="{3B2E3793-BFE6-45A2-9B7B-E18844431C99}"/>
          </ac:spMkLst>
        </pc:spChg>
        <pc:spChg chg="add del">
          <ac:chgData name="Guest User" userId="" providerId="Windows Live" clId="Web-{FE73C256-FDB8-490B-A285-823526B91BA6}" dt="2023-12-10T17:09:49.649" v="558"/>
          <ac:spMkLst>
            <pc:docMk/>
            <pc:sldMk cId="3603684928" sldId="272"/>
            <ac:spMk id="58" creationId="{BC4C4868-CB8F-4AF9-9CDB-8108F2C19B67}"/>
          </ac:spMkLst>
        </pc:spChg>
        <pc:spChg chg="add del">
          <ac:chgData name="Guest User" userId="" providerId="Windows Live" clId="Web-{FE73C256-FDB8-490B-A285-823526B91BA6}" dt="2023-12-10T17:09:49.649" v="558"/>
          <ac:spMkLst>
            <pc:docMk/>
            <pc:sldMk cId="3603684928" sldId="272"/>
            <ac:spMk id="59" creationId="{375E0459-6403-40CD-989D-56A4407CA12E}"/>
          </ac:spMkLst>
        </pc:spChg>
        <pc:spChg chg="add del">
          <ac:chgData name="Guest User" userId="" providerId="Windows Live" clId="Web-{FE73C256-FDB8-490B-A285-823526B91BA6}" dt="2023-12-10T17:09:49.649" v="558"/>
          <ac:spMkLst>
            <pc:docMk/>
            <pc:sldMk cId="3603684928" sldId="272"/>
            <ac:spMk id="60" creationId="{53E5B1A8-3AC9-4BD1-9BBC-78CA94F2D1BA}"/>
          </ac:spMkLst>
        </pc:spChg>
        <pc:spChg chg="add del">
          <ac:chgData name="Guest User" userId="" providerId="Windows Live" clId="Web-{FE73C256-FDB8-490B-A285-823526B91BA6}" dt="2023-12-10T17:09:49.649" v="558"/>
          <ac:spMkLst>
            <pc:docMk/>
            <pc:sldMk cId="3603684928" sldId="272"/>
            <ac:spMk id="61" creationId="{85303629-BA2D-6EFE-C80F-3CF95D42CCA5}"/>
          </ac:spMkLst>
        </pc:spChg>
        <pc:spChg chg="add del">
          <ac:chgData name="Guest User" userId="" providerId="Windows Live" clId="Web-{FE73C256-FDB8-490B-A285-823526B91BA6}" dt="2023-12-10T17:09:54.040" v="562"/>
          <ac:spMkLst>
            <pc:docMk/>
            <pc:sldMk cId="3603684928" sldId="272"/>
            <ac:spMk id="63" creationId="{02F72D1A-F667-61D8-6DB2-88439B385CA6}"/>
          </ac:spMkLst>
        </pc:spChg>
        <pc:spChg chg="add del">
          <ac:chgData name="Guest User" userId="" providerId="Windows Live" clId="Web-{FE73C256-FDB8-490B-A285-823526B91BA6}" dt="2023-12-10T17:09:54.040" v="562"/>
          <ac:spMkLst>
            <pc:docMk/>
            <pc:sldMk cId="3603684928" sldId="272"/>
            <ac:spMk id="65" creationId="{AE3A741D-C19B-960A-5803-1C5887147820}"/>
          </ac:spMkLst>
        </pc:spChg>
        <pc:spChg chg="add del">
          <ac:chgData name="Guest User" userId="" providerId="Windows Live" clId="Web-{FE73C256-FDB8-490B-A285-823526B91BA6}" dt="2023-12-10T17:09:54.040" v="562"/>
          <ac:spMkLst>
            <pc:docMk/>
            <pc:sldMk cId="3603684928" sldId="272"/>
            <ac:spMk id="66" creationId="{9C3A50E9-9119-7BC3-083B-2D84CCC78E47}"/>
          </ac:spMkLst>
        </pc:spChg>
        <pc:spChg chg="add del">
          <ac:chgData name="Guest User" userId="" providerId="Windows Live" clId="Web-{FE73C256-FDB8-490B-A285-823526B91BA6}" dt="2023-12-10T17:09:54.040" v="562"/>
          <ac:spMkLst>
            <pc:docMk/>
            <pc:sldMk cId="3603684928" sldId="272"/>
            <ac:spMk id="67" creationId="{DC39DE25-0E4E-0AA7-0932-1D78C2372786}"/>
          </ac:spMkLst>
        </pc:spChg>
        <pc:spChg chg="add del">
          <ac:chgData name="Guest User" userId="" providerId="Windows Live" clId="Web-{FE73C256-FDB8-490B-A285-823526B91BA6}" dt="2023-12-10T17:09:54.040" v="562"/>
          <ac:spMkLst>
            <pc:docMk/>
            <pc:sldMk cId="3603684928" sldId="272"/>
            <ac:spMk id="68" creationId="{8D6EA299-0840-6DEA-E670-C49AEBC87E89}"/>
          </ac:spMkLst>
        </pc:spChg>
        <pc:spChg chg="add">
          <ac:chgData name="Guest User" userId="" providerId="Windows Live" clId="Web-{FE73C256-FDB8-490B-A285-823526B91BA6}" dt="2023-12-10T17:09:54.055" v="565"/>
          <ac:spMkLst>
            <pc:docMk/>
            <pc:sldMk cId="3603684928" sldId="272"/>
            <ac:spMk id="70" creationId="{9F7D5CDA-D291-4307-BF55-1381FED29634}"/>
          </ac:spMkLst>
        </pc:spChg>
        <pc:spChg chg="add">
          <ac:chgData name="Guest User" userId="" providerId="Windows Live" clId="Web-{FE73C256-FDB8-490B-A285-823526B91BA6}" dt="2023-12-10T17:09:54.055" v="565"/>
          <ac:spMkLst>
            <pc:docMk/>
            <pc:sldMk cId="3603684928" sldId="272"/>
            <ac:spMk id="72" creationId="{59B296B9-C5A5-4E4F-9B60-C907B5F1466C}"/>
          </ac:spMkLst>
        </pc:spChg>
        <pc:spChg chg="add">
          <ac:chgData name="Guest User" userId="" providerId="Windows Live" clId="Web-{FE73C256-FDB8-490B-A285-823526B91BA6}" dt="2023-12-10T17:09:54.055" v="565"/>
          <ac:spMkLst>
            <pc:docMk/>
            <pc:sldMk cId="3603684928" sldId="272"/>
            <ac:spMk id="73" creationId="{D0300FD3-5AF1-6305-15FA-9078072672E2}"/>
          </ac:spMkLst>
        </pc:spChg>
        <pc:spChg chg="add del mod replId">
          <ac:chgData name="Guest User" userId="" providerId="Windows Live" clId="Web-{FE73C256-FDB8-490B-A285-823526B91BA6}" dt="2023-12-10T17:09:54.055" v="565"/>
          <ac:spMkLst>
            <pc:docMk/>
            <pc:sldMk cId="3603684928" sldId="272"/>
            <ac:spMk id="75" creationId="{2A2D8363-678B-B785-AE51-4A900C9D78E0}"/>
          </ac:spMkLst>
        </pc:spChg>
        <pc:spChg chg="add">
          <ac:chgData name="Guest User" userId="" providerId="Windows Live" clId="Web-{FE73C256-FDB8-490B-A285-823526B91BA6}" dt="2023-12-10T17:09:54.055" v="565"/>
          <ac:spMkLst>
            <pc:docMk/>
            <pc:sldMk cId="3603684928" sldId="272"/>
            <ac:spMk id="95" creationId="{A8A9A05B-9661-E21D-EF5A-FA1BC268938B}"/>
          </ac:spMkLst>
        </pc:spChg>
        <pc:spChg chg="add mod">
          <ac:chgData name="Guest User" userId="" providerId="Windows Live" clId="Web-{FE73C256-FDB8-490B-A285-823526B91BA6}" dt="2023-12-10T17:10:30.869" v="566" actId="20577"/>
          <ac:spMkLst>
            <pc:docMk/>
            <pc:sldMk cId="3603684928" sldId="272"/>
            <ac:spMk id="96" creationId="{52084653-3DC9-6CCC-B751-FFD9AA172564}"/>
          </ac:spMkLst>
        </pc:spChg>
        <pc:graphicFrameChg chg="add del">
          <ac:chgData name="Guest User" userId="" providerId="Windows Live" clId="Web-{FE73C256-FDB8-490B-A285-823526B91BA6}" dt="2023-12-10T17:09:18.179" v="530"/>
          <ac:graphicFrameMkLst>
            <pc:docMk/>
            <pc:sldMk cId="3603684928" sldId="272"/>
            <ac:graphicFrameMk id="5" creationId="{F9DDEDE3-E5BD-3840-AD6E-2D8EA43788C4}"/>
          </ac:graphicFrameMkLst>
        </pc:graphicFrameChg>
        <pc:picChg chg="add del">
          <ac:chgData name="Guest User" userId="" providerId="Windows Live" clId="Web-{FE73C256-FDB8-490B-A285-823526B91BA6}" dt="2023-12-10T17:09:15.242" v="526"/>
          <ac:picMkLst>
            <pc:docMk/>
            <pc:sldMk cId="3603684928" sldId="272"/>
            <ac:picMk id="16" creationId="{AFCAB16E-A7F2-81D1-4659-6739FD67F5F8}"/>
          </ac:picMkLst>
        </pc:picChg>
        <pc:picChg chg="add del">
          <ac:chgData name="Guest User" userId="" providerId="Windows Live" clId="Web-{FE73C256-FDB8-490B-A285-823526B91BA6}" dt="2023-12-10T17:09:20.929" v="534"/>
          <ac:picMkLst>
            <pc:docMk/>
            <pc:sldMk cId="3603684928" sldId="272"/>
            <ac:picMk id="25" creationId="{CA741D86-4847-4330-D70C-6FD437C92D53}"/>
          </ac:picMkLst>
        </pc:picChg>
        <pc:picChg chg="add del">
          <ac:chgData name="Guest User" userId="" providerId="Windows Live" clId="Web-{FE73C256-FDB8-490B-A285-823526B91BA6}" dt="2023-12-10T17:09:23.914" v="538"/>
          <ac:picMkLst>
            <pc:docMk/>
            <pc:sldMk cId="3603684928" sldId="272"/>
            <ac:picMk id="28" creationId="{8A333C37-751A-B312-391C-427E5CE7654E}"/>
          </ac:picMkLst>
        </pc:picChg>
        <pc:picChg chg="add del">
          <ac:chgData name="Guest User" userId="" providerId="Windows Live" clId="Web-{FE73C256-FDB8-490B-A285-823526B91BA6}" dt="2023-12-10T17:09:40.383" v="550"/>
          <ac:picMkLst>
            <pc:docMk/>
            <pc:sldMk cId="3603684928" sldId="272"/>
            <ac:picMk id="46" creationId="{336D9D01-F767-0F48-81B6-9FC1A75B274A}"/>
          </ac:picMkLst>
        </pc:picChg>
        <pc:picChg chg="add del">
          <ac:chgData name="Guest User" userId="" providerId="Windows Live" clId="Web-{FE73C256-FDB8-490B-A285-823526B91BA6}" dt="2023-12-10T17:09:45.399" v="554"/>
          <ac:picMkLst>
            <pc:docMk/>
            <pc:sldMk cId="3603684928" sldId="272"/>
            <ac:picMk id="52" creationId="{4EDE8606-B0BC-D63C-9597-0AB7266B6C50}"/>
          </ac:picMkLst>
        </pc:picChg>
        <pc:picChg chg="add del">
          <ac:chgData name="Guest User" userId="" providerId="Windows Live" clId="Web-{FE73C256-FDB8-490B-A285-823526B91BA6}" dt="2023-12-10T17:09:54.040" v="562"/>
          <ac:picMkLst>
            <pc:docMk/>
            <pc:sldMk cId="3603684928" sldId="272"/>
            <ac:picMk id="64" creationId="{76E9444D-CB8E-FCE3-01B3-A27A3ECA337C}"/>
          </ac:picMkLst>
        </pc:picChg>
        <pc:picChg chg="add">
          <ac:chgData name="Guest User" userId="" providerId="Windows Live" clId="Web-{FE73C256-FDB8-490B-A285-823526B91BA6}" dt="2023-12-10T17:09:54.055" v="565"/>
          <ac:picMkLst>
            <pc:docMk/>
            <pc:sldMk cId="3603684928" sldId="272"/>
            <ac:picMk id="71" creationId="{04F2D7C7-9E9A-6BC3-E684-955C161D437A}"/>
          </ac:picMkLst>
        </pc:picChg>
        <pc:cxnChg chg="add del">
          <ac:chgData name="Guest User" userId="" providerId="Windows Live" clId="Web-{FE73C256-FDB8-490B-A285-823526B91BA6}" dt="2023-12-10T17:09:12.507" v="522"/>
          <ac:cxnSpMkLst>
            <pc:docMk/>
            <pc:sldMk cId="3603684928" sldId="272"/>
            <ac:cxnSpMk id="14" creationId="{23AAC9B5-8015-485C-ACF9-A750390E9A56}"/>
          </ac:cxnSpMkLst>
        </pc:cxnChg>
        <pc:cxnChg chg="add del">
          <ac:chgData name="Guest User" userId="" providerId="Windows Live" clId="Web-{FE73C256-FDB8-490B-A285-823526B91BA6}" dt="2023-12-10T17:09:27.289" v="542"/>
          <ac:cxnSpMkLst>
            <pc:docMk/>
            <pc:sldMk cId="3603684928" sldId="272"/>
            <ac:cxnSpMk id="18" creationId="{C49DA8F6-BCC1-4447-B54C-57856834B94B}"/>
          </ac:cxnSpMkLst>
        </pc:cxnChg>
      </pc:sldChg>
    </pc:docChg>
  </pc:docChgLst>
  <pc:docChgLst>
    <pc:chgData name="Guest User" providerId="Windows Live" clId="Web-{A6BC8466-4348-42A5-9878-22710AF39A29}"/>
    <pc:docChg chg="addSld delSld modSld modMainMaster">
      <pc:chgData name="Guest User" userId="" providerId="Windows Live" clId="Web-{A6BC8466-4348-42A5-9878-22710AF39A29}" dt="2023-12-10T16:27:36.915" v="1091" actId="20577"/>
      <pc:docMkLst>
        <pc:docMk/>
      </pc:docMkLst>
      <pc:sldChg chg="mod">
        <pc:chgData name="Guest User" userId="" providerId="Windows Live" clId="Web-{A6BC8466-4348-42A5-9878-22710AF39A29}" dt="2023-12-10T16:07:00.727" v="900"/>
        <pc:sldMkLst>
          <pc:docMk/>
          <pc:sldMk cId="3811886479" sldId="256"/>
        </pc:sldMkLst>
      </pc:sldChg>
      <pc:sldChg chg="mod">
        <pc:chgData name="Guest User" userId="" providerId="Windows Live" clId="Web-{A6BC8466-4348-42A5-9878-22710AF39A29}" dt="2023-12-10T16:07:00.727" v="900"/>
        <pc:sldMkLst>
          <pc:docMk/>
          <pc:sldMk cId="550989792" sldId="257"/>
        </pc:sldMkLst>
      </pc:sldChg>
      <pc:sldChg chg="mod">
        <pc:chgData name="Guest User" userId="" providerId="Windows Live" clId="Web-{A6BC8466-4348-42A5-9878-22710AF39A29}" dt="2023-12-10T16:07:00.727" v="900"/>
        <pc:sldMkLst>
          <pc:docMk/>
          <pc:sldMk cId="238147648" sldId="258"/>
        </pc:sldMkLst>
      </pc:sldChg>
      <pc:sldChg chg="mod">
        <pc:chgData name="Guest User" userId="" providerId="Windows Live" clId="Web-{A6BC8466-4348-42A5-9878-22710AF39A29}" dt="2023-12-10T16:07:00.727" v="900"/>
        <pc:sldMkLst>
          <pc:docMk/>
          <pc:sldMk cId="3537974312" sldId="260"/>
        </pc:sldMkLst>
      </pc:sldChg>
      <pc:sldChg chg="mod">
        <pc:chgData name="Guest User" userId="" providerId="Windows Live" clId="Web-{A6BC8466-4348-42A5-9878-22710AF39A29}" dt="2023-12-10T16:07:00.727" v="900"/>
        <pc:sldMkLst>
          <pc:docMk/>
          <pc:sldMk cId="3079793993" sldId="261"/>
        </pc:sldMkLst>
      </pc:sldChg>
      <pc:sldChg chg="mod">
        <pc:chgData name="Guest User" userId="" providerId="Windows Live" clId="Web-{A6BC8466-4348-42A5-9878-22710AF39A29}" dt="2023-12-10T16:07:00.727" v="900"/>
        <pc:sldMkLst>
          <pc:docMk/>
          <pc:sldMk cId="144249930" sldId="262"/>
        </pc:sldMkLst>
      </pc:sldChg>
      <pc:sldChg chg="mod">
        <pc:chgData name="Guest User" userId="" providerId="Windows Live" clId="Web-{A6BC8466-4348-42A5-9878-22710AF39A29}" dt="2023-12-10T16:07:00.727" v="900"/>
        <pc:sldMkLst>
          <pc:docMk/>
          <pc:sldMk cId="1318500460" sldId="263"/>
        </pc:sldMkLst>
      </pc:sldChg>
      <pc:sldChg chg="mod">
        <pc:chgData name="Guest User" userId="" providerId="Windows Live" clId="Web-{A6BC8466-4348-42A5-9878-22710AF39A29}" dt="2023-12-10T16:07:00.727" v="900"/>
        <pc:sldMkLst>
          <pc:docMk/>
          <pc:sldMk cId="2643178516" sldId="264"/>
        </pc:sldMkLst>
      </pc:sldChg>
      <pc:sldChg chg="modSp mod">
        <pc:chgData name="Guest User" userId="" providerId="Windows Live" clId="Web-{A6BC8466-4348-42A5-9878-22710AF39A29}" dt="2023-12-10T16:07:00.727" v="900"/>
        <pc:sldMkLst>
          <pc:docMk/>
          <pc:sldMk cId="1726832371" sldId="265"/>
        </pc:sldMkLst>
        <pc:picChg chg="mod">
          <ac:chgData name="Guest User" userId="" providerId="Windows Live" clId="Web-{A6BC8466-4348-42A5-9878-22710AF39A29}" dt="2023-12-10T14:32:15.799" v="0" actId="1076"/>
          <ac:picMkLst>
            <pc:docMk/>
            <pc:sldMk cId="1726832371" sldId="265"/>
            <ac:picMk id="12" creationId="{85939DA8-65B0-1625-F8FB-996765B6A011}"/>
          </ac:picMkLst>
        </pc:picChg>
      </pc:sldChg>
      <pc:sldChg chg="modSp add del mod">
        <pc:chgData name="Guest User" userId="" providerId="Windows Live" clId="Web-{A6BC8466-4348-42A5-9878-22710AF39A29}" dt="2023-12-10T16:25:00.567" v="1011" actId="20577"/>
        <pc:sldMkLst>
          <pc:docMk/>
          <pc:sldMk cId="2134984220" sldId="267"/>
        </pc:sldMkLst>
        <pc:spChg chg="mod">
          <ac:chgData name="Guest User" userId="" providerId="Windows Live" clId="Web-{A6BC8466-4348-42A5-9878-22710AF39A29}" dt="2023-12-10T16:25:00.567" v="1011" actId="20577"/>
          <ac:spMkLst>
            <pc:docMk/>
            <pc:sldMk cId="2134984220" sldId="267"/>
            <ac:spMk id="3" creationId="{46FC3A5A-5C0F-92EF-5897-9C5ADE2E2972}"/>
          </ac:spMkLst>
        </pc:spChg>
      </pc:sldChg>
      <pc:sldChg chg="mod">
        <pc:chgData name="Guest User" userId="" providerId="Windows Live" clId="Web-{A6BC8466-4348-42A5-9878-22710AF39A29}" dt="2023-12-10T16:07:00.727" v="900"/>
        <pc:sldMkLst>
          <pc:docMk/>
          <pc:sldMk cId="3528857262" sldId="268"/>
        </pc:sldMkLst>
      </pc:sldChg>
      <pc:sldChg chg="mod">
        <pc:chgData name="Guest User" userId="" providerId="Windows Live" clId="Web-{A6BC8466-4348-42A5-9878-22710AF39A29}" dt="2023-12-10T16:07:00.727" v="900"/>
        <pc:sldMkLst>
          <pc:docMk/>
          <pc:sldMk cId="3259415068" sldId="269"/>
        </pc:sldMkLst>
      </pc:sldChg>
      <pc:sldChg chg="modSp new del">
        <pc:chgData name="Guest User" userId="" providerId="Windows Live" clId="Web-{A6BC8466-4348-42A5-9878-22710AF39A29}" dt="2023-12-10T15:45:03.958" v="147"/>
        <pc:sldMkLst>
          <pc:docMk/>
          <pc:sldMk cId="3786244902" sldId="270"/>
        </pc:sldMkLst>
        <pc:spChg chg="mod">
          <ac:chgData name="Guest User" userId="" providerId="Windows Live" clId="Web-{A6BC8466-4348-42A5-9878-22710AF39A29}" dt="2023-12-10T15:41:18.953" v="39" actId="20577"/>
          <ac:spMkLst>
            <pc:docMk/>
            <pc:sldMk cId="3786244902" sldId="270"/>
            <ac:spMk id="2" creationId="{20D37D86-5378-4BC0-3E1C-0428615A6820}"/>
          </ac:spMkLst>
        </pc:spChg>
        <pc:spChg chg="mod">
          <ac:chgData name="Guest User" userId="" providerId="Windows Live" clId="Web-{A6BC8466-4348-42A5-9878-22710AF39A29}" dt="2023-12-10T15:44:06.176" v="137" actId="20577"/>
          <ac:spMkLst>
            <pc:docMk/>
            <pc:sldMk cId="3786244902" sldId="270"/>
            <ac:spMk id="3" creationId="{4E52F0BF-97FE-7583-646A-B97FB9B740FC}"/>
          </ac:spMkLst>
        </pc:spChg>
      </pc:sldChg>
      <pc:sldChg chg="new del">
        <pc:chgData name="Guest User" userId="" providerId="Windows Live" clId="Web-{A6BC8466-4348-42A5-9878-22710AF39A29}" dt="2023-12-10T15:44:16.660" v="139"/>
        <pc:sldMkLst>
          <pc:docMk/>
          <pc:sldMk cId="21176368" sldId="271"/>
        </pc:sldMkLst>
      </pc:sldChg>
      <pc:sldChg chg="modSp new mod modTransition setBg">
        <pc:chgData name="Guest User" userId="" providerId="Windows Live" clId="Web-{A6BC8466-4348-42A5-9878-22710AF39A29}" dt="2023-12-10T16:27:36.915" v="1091" actId="20577"/>
        <pc:sldMkLst>
          <pc:docMk/>
          <pc:sldMk cId="1415606268" sldId="271"/>
        </pc:sldMkLst>
        <pc:spChg chg="mod">
          <ac:chgData name="Guest User" userId="" providerId="Windows Live" clId="Web-{A6BC8466-4348-42A5-9878-22710AF39A29}" dt="2023-12-10T15:45:31.725" v="174" actId="20577"/>
          <ac:spMkLst>
            <pc:docMk/>
            <pc:sldMk cId="1415606268" sldId="271"/>
            <ac:spMk id="5" creationId="{B7D9D9BE-B5E3-F84A-53F9-7F36A1336397}"/>
          </ac:spMkLst>
        </pc:spChg>
        <pc:spChg chg="mod">
          <ac:chgData name="Guest User" userId="" providerId="Windows Live" clId="Web-{A6BC8466-4348-42A5-9878-22710AF39A29}" dt="2023-12-10T16:27:36.915" v="1091" actId="20577"/>
          <ac:spMkLst>
            <pc:docMk/>
            <pc:sldMk cId="1415606268" sldId="271"/>
            <ac:spMk id="6" creationId="{465C74D8-ADE4-4CDD-CA61-5ABA4740BB28}"/>
          </ac:spMkLst>
        </pc:spChg>
      </pc:sldChg>
      <pc:sldChg chg="new del">
        <pc:chgData name="Guest User" userId="" providerId="Windows Live" clId="Web-{A6BC8466-4348-42A5-9878-22710AF39A29}" dt="2023-12-10T15:44:43.598" v="143"/>
        <pc:sldMkLst>
          <pc:docMk/>
          <pc:sldMk cId="3647739706" sldId="271"/>
        </pc:sldMkLst>
      </pc:sldChg>
      <pc:sldMasterChg chg="mod setBg modSldLayout">
        <pc:chgData name="Guest User" userId="" providerId="Windows Live" clId="Web-{A6BC8466-4348-42A5-9878-22710AF39A29}" dt="2023-12-10T16:07:00.727" v="900"/>
        <pc:sldMasterMkLst>
          <pc:docMk/>
          <pc:sldMasterMk cId="2786828381" sldId="2147483660"/>
        </pc:sldMasterMkLst>
        <pc:sldLayoutChg chg="mod">
          <pc:chgData name="Guest User" userId="" providerId="Windows Live" clId="Web-{A6BC8466-4348-42A5-9878-22710AF39A29}" dt="2023-12-10T16:07:00.727" v="900"/>
          <pc:sldLayoutMkLst>
            <pc:docMk/>
            <pc:sldMasterMk cId="2786828381" sldId="2147483660"/>
            <pc:sldLayoutMk cId="4244708002" sldId="2147483661"/>
          </pc:sldLayoutMkLst>
        </pc:sldLayoutChg>
        <pc:sldLayoutChg chg="mod">
          <pc:chgData name="Guest User" userId="" providerId="Windows Live" clId="Web-{A6BC8466-4348-42A5-9878-22710AF39A29}" dt="2023-12-10T16:07:00.727" v="900"/>
          <pc:sldLayoutMkLst>
            <pc:docMk/>
            <pc:sldMasterMk cId="2786828381" sldId="2147483660"/>
            <pc:sldLayoutMk cId="299954503" sldId="2147483662"/>
          </pc:sldLayoutMkLst>
        </pc:sldLayoutChg>
        <pc:sldLayoutChg chg="mod">
          <pc:chgData name="Guest User" userId="" providerId="Windows Live" clId="Web-{A6BC8466-4348-42A5-9878-22710AF39A29}" dt="2023-12-10T16:07:00.727" v="900"/>
          <pc:sldLayoutMkLst>
            <pc:docMk/>
            <pc:sldMasterMk cId="2786828381" sldId="2147483660"/>
            <pc:sldLayoutMk cId="1336966540" sldId="2147483663"/>
          </pc:sldLayoutMkLst>
        </pc:sldLayoutChg>
        <pc:sldLayoutChg chg="mod">
          <pc:chgData name="Guest User" userId="" providerId="Windows Live" clId="Web-{A6BC8466-4348-42A5-9878-22710AF39A29}" dt="2023-12-10T16:07:00.727" v="900"/>
          <pc:sldLayoutMkLst>
            <pc:docMk/>
            <pc:sldMasterMk cId="2786828381" sldId="2147483660"/>
            <pc:sldLayoutMk cId="1296441782" sldId="2147483664"/>
          </pc:sldLayoutMkLst>
        </pc:sldLayoutChg>
        <pc:sldLayoutChg chg="mod">
          <pc:chgData name="Guest User" userId="" providerId="Windows Live" clId="Web-{A6BC8466-4348-42A5-9878-22710AF39A29}" dt="2023-12-10T16:07:00.727" v="900"/>
          <pc:sldLayoutMkLst>
            <pc:docMk/>
            <pc:sldMasterMk cId="2786828381" sldId="2147483660"/>
            <pc:sldLayoutMk cId="3889150958" sldId="2147483665"/>
          </pc:sldLayoutMkLst>
        </pc:sldLayoutChg>
        <pc:sldLayoutChg chg="mod">
          <pc:chgData name="Guest User" userId="" providerId="Windows Live" clId="Web-{A6BC8466-4348-42A5-9878-22710AF39A29}" dt="2023-12-10T16:07:00.727" v="900"/>
          <pc:sldLayoutMkLst>
            <pc:docMk/>
            <pc:sldMasterMk cId="2786828381" sldId="2147483660"/>
            <pc:sldLayoutMk cId="4254041614" sldId="2147483666"/>
          </pc:sldLayoutMkLst>
        </pc:sldLayoutChg>
        <pc:sldLayoutChg chg="mod">
          <pc:chgData name="Guest User" userId="" providerId="Windows Live" clId="Web-{A6BC8466-4348-42A5-9878-22710AF39A29}" dt="2023-12-10T16:07:00.727" v="900"/>
          <pc:sldLayoutMkLst>
            <pc:docMk/>
            <pc:sldMasterMk cId="2786828381" sldId="2147483660"/>
            <pc:sldLayoutMk cId="1103393369" sldId="2147483667"/>
          </pc:sldLayoutMkLst>
        </pc:sldLayoutChg>
        <pc:sldLayoutChg chg="mod">
          <pc:chgData name="Guest User" userId="" providerId="Windows Live" clId="Web-{A6BC8466-4348-42A5-9878-22710AF39A29}" dt="2023-12-10T16:07:00.727" v="900"/>
          <pc:sldLayoutMkLst>
            <pc:docMk/>
            <pc:sldMasterMk cId="2786828381" sldId="2147483660"/>
            <pc:sldLayoutMk cId="1546500484" sldId="2147483668"/>
          </pc:sldLayoutMkLst>
        </pc:sldLayoutChg>
        <pc:sldLayoutChg chg="mod">
          <pc:chgData name="Guest User" userId="" providerId="Windows Live" clId="Web-{A6BC8466-4348-42A5-9878-22710AF39A29}" dt="2023-12-10T16:07:00.727" v="900"/>
          <pc:sldLayoutMkLst>
            <pc:docMk/>
            <pc:sldMasterMk cId="2786828381" sldId="2147483660"/>
            <pc:sldLayoutMk cId="1196883170" sldId="2147483669"/>
          </pc:sldLayoutMkLst>
        </pc:sldLayoutChg>
        <pc:sldLayoutChg chg="mod">
          <pc:chgData name="Guest User" userId="" providerId="Windows Live" clId="Web-{A6BC8466-4348-42A5-9878-22710AF39A29}" dt="2023-12-10T16:07:00.727" v="900"/>
          <pc:sldLayoutMkLst>
            <pc:docMk/>
            <pc:sldMasterMk cId="2786828381" sldId="2147483660"/>
            <pc:sldLayoutMk cId="1983013192" sldId="2147483670"/>
          </pc:sldLayoutMkLst>
        </pc:sldLayoutChg>
        <pc:sldLayoutChg chg="mod">
          <pc:chgData name="Guest User" userId="" providerId="Windows Live" clId="Web-{A6BC8466-4348-42A5-9878-22710AF39A29}" dt="2023-12-10T16:07:00.727" v="900"/>
          <pc:sldLayoutMkLst>
            <pc:docMk/>
            <pc:sldMasterMk cId="2786828381" sldId="2147483660"/>
            <pc:sldLayoutMk cId="4238227384" sldId="2147483671"/>
          </pc:sldLayoutMkLst>
        </pc:sldLayoutChg>
      </pc:sldMasterChg>
    </pc:docChg>
  </pc:docChgLst>
  <pc:docChgLst>
    <pc:chgData name="Guest User" providerId="Windows Live" clId="Web-{98087CA2-DA8B-4CE7-B7AE-1C4EA8CE167B}"/>
    <pc:docChg chg="modSld addMainMaster delMainMaster">
      <pc:chgData name="Guest User" userId="" providerId="Windows Live" clId="Web-{98087CA2-DA8B-4CE7-B7AE-1C4EA8CE167B}" dt="2023-12-10T15:02:44.849" v="72" actId="20577"/>
      <pc:docMkLst>
        <pc:docMk/>
      </pc:docMkLst>
      <pc:sldChg chg="delSp modSp mod modClrScheme delDesignElem chgLayout">
        <pc:chgData name="Guest User" userId="" providerId="Windows Live" clId="Web-{98087CA2-DA8B-4CE7-B7AE-1C4EA8CE167B}" dt="2023-12-10T14:54:24.407" v="0"/>
        <pc:sldMkLst>
          <pc:docMk/>
          <pc:sldMk cId="3811886479" sldId="256"/>
        </pc:sldMkLst>
        <pc:spChg chg="mod ord">
          <ac:chgData name="Guest User" userId="" providerId="Windows Live" clId="Web-{98087CA2-DA8B-4CE7-B7AE-1C4EA8CE167B}" dt="2023-12-10T14:54:24.407" v="0"/>
          <ac:spMkLst>
            <pc:docMk/>
            <pc:sldMk cId="3811886479" sldId="256"/>
            <ac:spMk id="2" creationId="{6FB4585B-7DE3-27A5-A1E1-7CD29EE41501}"/>
          </ac:spMkLst>
        </pc:spChg>
        <pc:spChg chg="mod ord">
          <ac:chgData name="Guest User" userId="" providerId="Windows Live" clId="Web-{98087CA2-DA8B-4CE7-B7AE-1C4EA8CE167B}" dt="2023-12-10T14:54:24.407" v="0"/>
          <ac:spMkLst>
            <pc:docMk/>
            <pc:sldMk cId="3811886479" sldId="256"/>
            <ac:spMk id="3" creationId="{4E3F5564-371A-8A61-5F97-1B5E06A61C45}"/>
          </ac:spMkLst>
        </pc:spChg>
        <pc:spChg chg="del">
          <ac:chgData name="Guest User" userId="" providerId="Windows Live" clId="Web-{98087CA2-DA8B-4CE7-B7AE-1C4EA8CE167B}" dt="2023-12-10T14:54:24.407" v="0"/>
          <ac:spMkLst>
            <pc:docMk/>
            <pc:sldMk cId="3811886479" sldId="256"/>
            <ac:spMk id="13" creationId="{827DC2C4-B485-428A-BF4A-472D2967F47F}"/>
          </ac:spMkLst>
        </pc:spChg>
        <pc:spChg chg="del">
          <ac:chgData name="Guest User" userId="" providerId="Windows Live" clId="Web-{98087CA2-DA8B-4CE7-B7AE-1C4EA8CE167B}" dt="2023-12-10T14:54:24.407" v="0"/>
          <ac:spMkLst>
            <pc:docMk/>
            <pc:sldMk cId="3811886479" sldId="256"/>
            <ac:spMk id="14" creationId="{19D32F93-50AC-4C46-A5DB-291C60DDB7BD}"/>
          </ac:spMkLst>
        </pc:spChg>
        <pc:spChg chg="del">
          <ac:chgData name="Guest User" userId="" providerId="Windows Live" clId="Web-{98087CA2-DA8B-4CE7-B7AE-1C4EA8CE167B}" dt="2023-12-10T14:54:24.407" v="0"/>
          <ac:spMkLst>
            <pc:docMk/>
            <pc:sldMk cId="3811886479" sldId="256"/>
            <ac:spMk id="15" creationId="{4A62647B-1222-407C-8740-5A497612B1F5}"/>
          </ac:spMkLst>
        </pc:spChg>
        <pc:spChg chg="del">
          <ac:chgData name="Guest User" userId="" providerId="Windows Live" clId="Web-{98087CA2-DA8B-4CE7-B7AE-1C4EA8CE167B}" dt="2023-12-10T14:54:24.407" v="0"/>
          <ac:spMkLst>
            <pc:docMk/>
            <pc:sldMk cId="3811886479" sldId="256"/>
            <ac:spMk id="16" creationId="{B9A1D9BC-1455-4308-9ABD-A3F8EDB67AAF}"/>
          </ac:spMkLst>
        </pc:spChg>
      </pc:sldChg>
      <pc:sldChg chg="delSp modSp mod modClrScheme delDesignElem chgLayout">
        <pc:chgData name="Guest User" userId="" providerId="Windows Live" clId="Web-{98087CA2-DA8B-4CE7-B7AE-1C4EA8CE167B}" dt="2023-12-10T14:54:24.407" v="0"/>
        <pc:sldMkLst>
          <pc:docMk/>
          <pc:sldMk cId="550989792" sldId="257"/>
        </pc:sldMkLst>
        <pc:spChg chg="mod ord">
          <ac:chgData name="Guest User" userId="" providerId="Windows Live" clId="Web-{98087CA2-DA8B-4CE7-B7AE-1C4EA8CE167B}" dt="2023-12-10T14:54:24.407" v="0"/>
          <ac:spMkLst>
            <pc:docMk/>
            <pc:sldMk cId="550989792" sldId="257"/>
            <ac:spMk id="8" creationId="{70D4E50B-7582-C5C8-4E3A-D5EA8AE8B743}"/>
          </ac:spMkLst>
        </pc:spChg>
        <pc:spChg chg="del">
          <ac:chgData name="Guest User" userId="" providerId="Windows Live" clId="Web-{98087CA2-DA8B-4CE7-B7AE-1C4EA8CE167B}" dt="2023-12-10T14:54:24.407" v="0"/>
          <ac:spMkLst>
            <pc:docMk/>
            <pc:sldMk cId="550989792" sldId="257"/>
            <ac:spMk id="9" creationId="{04812C46-200A-4DEB-A05E-3ED6C68C2387}"/>
          </ac:spMkLst>
        </pc:spChg>
        <pc:spChg chg="mod ord">
          <ac:chgData name="Guest User" userId="" providerId="Windows Live" clId="Web-{98087CA2-DA8B-4CE7-B7AE-1C4EA8CE167B}" dt="2023-12-10T14:54:24.407" v="0"/>
          <ac:spMkLst>
            <pc:docMk/>
            <pc:sldMk cId="550989792" sldId="257"/>
            <ac:spMk id="9" creationId="{E0233148-384A-8816-ED91-6BAC706686DB}"/>
          </ac:spMkLst>
        </pc:spChg>
        <pc:spChg chg="del">
          <ac:chgData name="Guest User" userId="" providerId="Windows Live" clId="Web-{98087CA2-DA8B-4CE7-B7AE-1C4EA8CE167B}" dt="2023-12-10T14:54:24.407" v="0"/>
          <ac:spMkLst>
            <pc:docMk/>
            <pc:sldMk cId="550989792" sldId="257"/>
            <ac:spMk id="11" creationId="{D1EA859B-E555-4109-94F3-6700E046E008}"/>
          </ac:spMkLst>
        </pc:spChg>
      </pc:sldChg>
      <pc:sldChg chg="delSp modSp mod modClrScheme delDesignElem chgLayout">
        <pc:chgData name="Guest User" userId="" providerId="Windows Live" clId="Web-{98087CA2-DA8B-4CE7-B7AE-1C4EA8CE167B}" dt="2023-12-10T14:54:24.407" v="0"/>
        <pc:sldMkLst>
          <pc:docMk/>
          <pc:sldMk cId="238147648" sldId="258"/>
        </pc:sldMkLst>
        <pc:spChg chg="mod ord">
          <ac:chgData name="Guest User" userId="" providerId="Windows Live" clId="Web-{98087CA2-DA8B-4CE7-B7AE-1C4EA8CE167B}" dt="2023-12-10T14:54:24.407" v="0"/>
          <ac:spMkLst>
            <pc:docMk/>
            <pc:sldMk cId="238147648" sldId="258"/>
            <ac:spMk id="2" creationId="{B1AD4AE2-C2C0-95E9-E689-C5B127F8C120}"/>
          </ac:spMkLst>
        </pc:spChg>
        <pc:spChg chg="mod ord">
          <ac:chgData name="Guest User" userId="" providerId="Windows Live" clId="Web-{98087CA2-DA8B-4CE7-B7AE-1C4EA8CE167B}" dt="2023-12-10T14:54:24.407" v="0"/>
          <ac:spMkLst>
            <pc:docMk/>
            <pc:sldMk cId="238147648" sldId="258"/>
            <ac:spMk id="3" creationId="{DA00B5CB-0AE6-665D-1885-5DE7DAE7AB3B}"/>
          </ac:spMkLst>
        </pc:spChg>
        <pc:spChg chg="del">
          <ac:chgData name="Guest User" userId="" providerId="Windows Live" clId="Web-{98087CA2-DA8B-4CE7-B7AE-1C4EA8CE167B}" dt="2023-12-10T14:54:24.407" v="0"/>
          <ac:spMkLst>
            <pc:docMk/>
            <pc:sldMk cId="238147648" sldId="258"/>
            <ac:spMk id="2055" creationId="{45D37F4E-DDB4-456B-97E0-9937730A039F}"/>
          </ac:spMkLst>
        </pc:spChg>
        <pc:spChg chg="del">
          <ac:chgData name="Guest User" userId="" providerId="Windows Live" clId="Web-{98087CA2-DA8B-4CE7-B7AE-1C4EA8CE167B}" dt="2023-12-10T14:54:24.407" v="0"/>
          <ac:spMkLst>
            <pc:docMk/>
            <pc:sldMk cId="238147648" sldId="258"/>
            <ac:spMk id="2057" creationId="{B2DD41CD-8F47-4F56-AD12-4E2FF7696987}"/>
          </ac:spMkLst>
        </pc:spChg>
      </pc:sldChg>
      <pc:sldChg chg="modSp mod modClrScheme chgLayout">
        <pc:chgData name="Guest User" userId="" providerId="Windows Live" clId="Web-{98087CA2-DA8B-4CE7-B7AE-1C4EA8CE167B}" dt="2023-12-10T14:54:24.407" v="0"/>
        <pc:sldMkLst>
          <pc:docMk/>
          <pc:sldMk cId="3537974312" sldId="260"/>
        </pc:sldMkLst>
        <pc:spChg chg="mod ord">
          <ac:chgData name="Guest User" userId="" providerId="Windows Live" clId="Web-{98087CA2-DA8B-4CE7-B7AE-1C4EA8CE167B}" dt="2023-12-10T14:54:24.407" v="0"/>
          <ac:spMkLst>
            <pc:docMk/>
            <pc:sldMk cId="3537974312" sldId="260"/>
            <ac:spMk id="2" creationId="{860CE814-673B-834A-A3FD-9F118B56F18C}"/>
          </ac:spMkLst>
        </pc:spChg>
        <pc:spChg chg="mod ord">
          <ac:chgData name="Guest User" userId="" providerId="Windows Live" clId="Web-{98087CA2-DA8B-4CE7-B7AE-1C4EA8CE167B}" dt="2023-12-10T14:54:24.407" v="0"/>
          <ac:spMkLst>
            <pc:docMk/>
            <pc:sldMk cId="3537974312" sldId="260"/>
            <ac:spMk id="3" creationId="{E99589D6-5666-29BB-6852-D121CB81A0BA}"/>
          </ac:spMkLst>
        </pc:spChg>
      </pc:sldChg>
      <pc:sldChg chg="delSp modSp mod modClrScheme delDesignElem chgLayout">
        <pc:chgData name="Guest User" userId="" providerId="Windows Live" clId="Web-{98087CA2-DA8B-4CE7-B7AE-1C4EA8CE167B}" dt="2023-12-10T14:59:10.935" v="41" actId="1076"/>
        <pc:sldMkLst>
          <pc:docMk/>
          <pc:sldMk cId="3079793993" sldId="261"/>
        </pc:sldMkLst>
        <pc:spChg chg="del">
          <ac:chgData name="Guest User" userId="" providerId="Windows Live" clId="Web-{98087CA2-DA8B-4CE7-B7AE-1C4EA8CE167B}" dt="2023-12-10T14:54:24.407" v="0"/>
          <ac:spMkLst>
            <pc:docMk/>
            <pc:sldMk cId="3079793993" sldId="261"/>
            <ac:spMk id="3079" creationId="{04812C46-200A-4DEB-A05E-3ED6C68C2387}"/>
          </ac:spMkLst>
        </pc:spChg>
        <pc:spChg chg="del">
          <ac:chgData name="Guest User" userId="" providerId="Windows Live" clId="Web-{98087CA2-DA8B-4CE7-B7AE-1C4EA8CE167B}" dt="2023-12-10T14:54:24.407" v="0"/>
          <ac:spMkLst>
            <pc:docMk/>
            <pc:sldMk cId="3079793993" sldId="261"/>
            <ac:spMk id="3081" creationId="{D1EA859B-E555-4109-94F3-6700E046E008}"/>
          </ac:spMkLst>
        </pc:spChg>
        <pc:spChg chg="mod ord">
          <ac:chgData name="Guest User" userId="" providerId="Windows Live" clId="Web-{98087CA2-DA8B-4CE7-B7AE-1C4EA8CE167B}" dt="2023-12-10T14:54:24.407" v="0"/>
          <ac:spMkLst>
            <pc:docMk/>
            <pc:sldMk cId="3079793993" sldId="261"/>
            <ac:spMk id="3090" creationId="{5453712B-2189-0474-8324-6C8804A61602}"/>
          </ac:spMkLst>
        </pc:spChg>
        <pc:spChg chg="mod ord">
          <ac:chgData name="Guest User" userId="" providerId="Windows Live" clId="Web-{98087CA2-DA8B-4CE7-B7AE-1C4EA8CE167B}" dt="2023-12-10T14:54:24.407" v="0"/>
          <ac:spMkLst>
            <pc:docMk/>
            <pc:sldMk cId="3079793993" sldId="261"/>
            <ac:spMk id="3091" creationId="{4FB53E8E-80C5-8BCB-D02C-1955FE5A2CDD}"/>
          </ac:spMkLst>
        </pc:spChg>
        <pc:picChg chg="mod">
          <ac:chgData name="Guest User" userId="" providerId="Windows Live" clId="Web-{98087CA2-DA8B-4CE7-B7AE-1C4EA8CE167B}" dt="2023-12-10T14:59:10.935" v="41" actId="1076"/>
          <ac:picMkLst>
            <pc:docMk/>
            <pc:sldMk cId="3079793993" sldId="261"/>
            <ac:picMk id="3089" creationId="{9917DC4E-6922-48B0-B10E-6FB632D31C6C}"/>
          </ac:picMkLst>
        </pc:picChg>
      </pc:sldChg>
      <pc:sldChg chg="delSp modSp mod modClrScheme delDesignElem chgLayout">
        <pc:chgData name="Guest User" userId="" providerId="Windows Live" clId="Web-{98087CA2-DA8B-4CE7-B7AE-1C4EA8CE167B}" dt="2023-12-10T14:54:24.407" v="0"/>
        <pc:sldMkLst>
          <pc:docMk/>
          <pc:sldMk cId="144249930" sldId="262"/>
        </pc:sldMkLst>
        <pc:spChg chg="del">
          <ac:chgData name="Guest User" userId="" providerId="Windows Live" clId="Web-{98087CA2-DA8B-4CE7-B7AE-1C4EA8CE167B}" dt="2023-12-10T14:54:24.407" v="0"/>
          <ac:spMkLst>
            <pc:docMk/>
            <pc:sldMk cId="144249930" sldId="262"/>
            <ac:spMk id="4100" creationId="{04812C46-200A-4DEB-A05E-3ED6C68C2387}"/>
          </ac:spMkLst>
        </pc:spChg>
        <pc:spChg chg="del">
          <ac:chgData name="Guest User" userId="" providerId="Windows Live" clId="Web-{98087CA2-DA8B-4CE7-B7AE-1C4EA8CE167B}" dt="2023-12-10T14:54:24.407" v="0"/>
          <ac:spMkLst>
            <pc:docMk/>
            <pc:sldMk cId="144249930" sldId="262"/>
            <ac:spMk id="4101" creationId="{D1EA859B-E555-4109-94F3-6700E046E008}"/>
          </ac:spMkLst>
        </pc:spChg>
        <pc:spChg chg="mod ord">
          <ac:chgData name="Guest User" userId="" providerId="Windows Live" clId="Web-{98087CA2-DA8B-4CE7-B7AE-1C4EA8CE167B}" dt="2023-12-10T14:54:24.407" v="0"/>
          <ac:spMkLst>
            <pc:docMk/>
            <pc:sldMk cId="144249930" sldId="262"/>
            <ac:spMk id="4111" creationId="{1894B36A-0EC6-B9BC-9A33-E2E9592A7DBB}"/>
          </ac:spMkLst>
        </pc:spChg>
        <pc:spChg chg="mod ord">
          <ac:chgData name="Guest User" userId="" providerId="Windows Live" clId="Web-{98087CA2-DA8B-4CE7-B7AE-1C4EA8CE167B}" dt="2023-12-10T14:54:24.407" v="0"/>
          <ac:spMkLst>
            <pc:docMk/>
            <pc:sldMk cId="144249930" sldId="262"/>
            <ac:spMk id="4112" creationId="{7F3056AB-CDF7-6637-6599-EF4A80C91852}"/>
          </ac:spMkLst>
        </pc:spChg>
      </pc:sldChg>
      <pc:sldChg chg="delSp modSp mod modClrScheme delDesignElem chgLayout">
        <pc:chgData name="Guest User" userId="" providerId="Windows Live" clId="Web-{98087CA2-DA8B-4CE7-B7AE-1C4EA8CE167B}" dt="2023-12-10T14:54:24.407" v="0"/>
        <pc:sldMkLst>
          <pc:docMk/>
          <pc:sldMk cId="1318500460" sldId="263"/>
        </pc:sldMkLst>
        <pc:spChg chg="mod ord">
          <ac:chgData name="Guest User" userId="" providerId="Windows Live" clId="Web-{98087CA2-DA8B-4CE7-B7AE-1C4EA8CE167B}" dt="2023-12-10T14:54:24.407" v="0"/>
          <ac:spMkLst>
            <pc:docMk/>
            <pc:sldMk cId="1318500460" sldId="263"/>
            <ac:spMk id="9" creationId="{80AFF52C-B35E-7F2F-09A8-7C4DA2A81B7D}"/>
          </ac:spMkLst>
        </pc:spChg>
        <pc:spChg chg="del">
          <ac:chgData name="Guest User" userId="" providerId="Windows Live" clId="Web-{98087CA2-DA8B-4CE7-B7AE-1C4EA8CE167B}" dt="2023-12-10T14:54:24.407" v="0"/>
          <ac:spMkLst>
            <pc:docMk/>
            <pc:sldMk cId="1318500460" sldId="263"/>
            <ac:spMk id="29" creationId="{8FC9BE17-9A7B-462D-AE50-3D8777387304}"/>
          </ac:spMkLst>
        </pc:spChg>
        <pc:spChg chg="del">
          <ac:chgData name="Guest User" userId="" providerId="Windows Live" clId="Web-{98087CA2-DA8B-4CE7-B7AE-1C4EA8CE167B}" dt="2023-12-10T14:54:24.407" v="0"/>
          <ac:spMkLst>
            <pc:docMk/>
            <pc:sldMk cId="1318500460" sldId="263"/>
            <ac:spMk id="31" creationId="{3EBE8569-6AEC-4B8C-8D53-2DE337CDBA65}"/>
          </ac:spMkLst>
        </pc:spChg>
        <pc:spChg chg="del">
          <ac:chgData name="Guest User" userId="" providerId="Windows Live" clId="Web-{98087CA2-DA8B-4CE7-B7AE-1C4EA8CE167B}" dt="2023-12-10T14:54:24.407" v="0"/>
          <ac:spMkLst>
            <pc:docMk/>
            <pc:sldMk cId="1318500460" sldId="263"/>
            <ac:spMk id="33" creationId="{55D4142C-5077-457F-A6AD-3FECFDB39685}"/>
          </ac:spMkLst>
        </pc:spChg>
        <pc:spChg chg="del">
          <ac:chgData name="Guest User" userId="" providerId="Windows Live" clId="Web-{98087CA2-DA8B-4CE7-B7AE-1C4EA8CE167B}" dt="2023-12-10T14:54:24.407" v="0"/>
          <ac:spMkLst>
            <pc:docMk/>
            <pc:sldMk cId="1318500460" sldId="263"/>
            <ac:spMk id="35" creationId="{7A5F0580-5EE9-419F-96EE-B6529EF6E7D0}"/>
          </ac:spMkLst>
        </pc:spChg>
      </pc:sldChg>
      <pc:sldChg chg="delSp modSp mod modClrScheme delDesignElem chgLayout">
        <pc:chgData name="Guest User" userId="" providerId="Windows Live" clId="Web-{98087CA2-DA8B-4CE7-B7AE-1C4EA8CE167B}" dt="2023-12-10T14:54:24.407" v="0"/>
        <pc:sldMkLst>
          <pc:docMk/>
          <pc:sldMk cId="2643178516" sldId="264"/>
        </pc:sldMkLst>
        <pc:spChg chg="mod ord">
          <ac:chgData name="Guest User" userId="" providerId="Windows Live" clId="Web-{98087CA2-DA8B-4CE7-B7AE-1C4EA8CE167B}" dt="2023-12-10T14:54:24.407" v="0"/>
          <ac:spMkLst>
            <pc:docMk/>
            <pc:sldMk cId="2643178516" sldId="264"/>
            <ac:spMk id="9" creationId="{8520D0A2-1190-355B-A3C2-9DF429CAAB07}"/>
          </ac:spMkLst>
        </pc:spChg>
        <pc:spChg chg="del">
          <ac:chgData name="Guest User" userId="" providerId="Windows Live" clId="Web-{98087CA2-DA8B-4CE7-B7AE-1C4EA8CE167B}" dt="2023-12-10T14:54:24.407" v="0"/>
          <ac:spMkLst>
            <pc:docMk/>
            <pc:sldMk cId="2643178516" sldId="264"/>
            <ac:spMk id="20" creationId="{AF2F604E-43BE-4DC3-B983-E071523364F8}"/>
          </ac:spMkLst>
        </pc:spChg>
        <pc:spChg chg="del">
          <ac:chgData name="Guest User" userId="" providerId="Windows Live" clId="Web-{98087CA2-DA8B-4CE7-B7AE-1C4EA8CE167B}" dt="2023-12-10T14:54:24.407" v="0"/>
          <ac:spMkLst>
            <pc:docMk/>
            <pc:sldMk cId="2643178516" sldId="264"/>
            <ac:spMk id="21" creationId="{E91DC736-0EF8-4F87-9146-EBF1D2EE4D3D}"/>
          </ac:spMkLst>
        </pc:spChg>
        <pc:spChg chg="del">
          <ac:chgData name="Guest User" userId="" providerId="Windows Live" clId="Web-{98087CA2-DA8B-4CE7-B7AE-1C4EA8CE167B}" dt="2023-12-10T14:54:24.407" v="0"/>
          <ac:spMkLst>
            <pc:docMk/>
            <pc:sldMk cId="2643178516" sldId="264"/>
            <ac:spMk id="23" creationId="{097CD68E-23E3-4007-8847-CD0944C4F7BE}"/>
          </ac:spMkLst>
        </pc:spChg>
      </pc:sldChg>
      <pc:sldChg chg="delSp modSp mod modClrScheme delDesignElem chgLayout">
        <pc:chgData name="Guest User" userId="" providerId="Windows Live" clId="Web-{98087CA2-DA8B-4CE7-B7AE-1C4EA8CE167B}" dt="2023-12-10T14:54:24.407" v="0"/>
        <pc:sldMkLst>
          <pc:docMk/>
          <pc:sldMk cId="1726832371" sldId="265"/>
        </pc:sldMkLst>
        <pc:spChg chg="del">
          <ac:chgData name="Guest User" userId="" providerId="Windows Live" clId="Web-{98087CA2-DA8B-4CE7-B7AE-1C4EA8CE167B}" dt="2023-12-10T14:54:24.407" v="0"/>
          <ac:spMkLst>
            <pc:docMk/>
            <pc:sldMk cId="1726832371" sldId="265"/>
            <ac:spMk id="11" creationId="{257363FD-7E77-4145-9483-331A807ADF0E}"/>
          </ac:spMkLst>
        </pc:spChg>
        <pc:spChg chg="mod ord">
          <ac:chgData name="Guest User" userId="" providerId="Windows Live" clId="Web-{98087CA2-DA8B-4CE7-B7AE-1C4EA8CE167B}" dt="2023-12-10T14:54:24.407" v="0"/>
          <ac:spMkLst>
            <pc:docMk/>
            <pc:sldMk cId="1726832371" sldId="265"/>
            <ac:spMk id="13" creationId="{01B48F2C-2E89-E539-E4A7-F71B0ACB597C}"/>
          </ac:spMkLst>
        </pc:spChg>
      </pc:sldChg>
      <pc:sldChg chg="addSp delSp modSp mod setBg modClrScheme chgLayout">
        <pc:chgData name="Guest User" userId="" providerId="Windows Live" clId="Web-{98087CA2-DA8B-4CE7-B7AE-1C4EA8CE167B}" dt="2023-12-10T15:02:44.849" v="72" actId="20577"/>
        <pc:sldMkLst>
          <pc:docMk/>
          <pc:sldMk cId="2565515233" sldId="266"/>
        </pc:sldMkLst>
        <pc:spChg chg="add">
          <ac:chgData name="Guest User" userId="" providerId="Windows Live" clId="Web-{98087CA2-DA8B-4CE7-B7AE-1C4EA8CE167B}" dt="2023-12-10T14:54:38.970" v="2"/>
          <ac:spMkLst>
            <pc:docMk/>
            <pc:sldMk cId="2565515233" sldId="266"/>
            <ac:spMk id="2" creationId="{6A7B8B9D-F5E6-2848-AF34-03716604D555}"/>
          </ac:spMkLst>
        </pc:spChg>
        <pc:spChg chg="add">
          <ac:chgData name="Guest User" userId="" providerId="Windows Live" clId="Web-{98087CA2-DA8B-4CE7-B7AE-1C4EA8CE167B}" dt="2023-12-10T14:54:38.970" v="2"/>
          <ac:spMkLst>
            <pc:docMk/>
            <pc:sldMk cId="2565515233" sldId="266"/>
            <ac:spMk id="3" creationId="{8E0DCCF7-D1D1-7141-2C77-1EA67A83921A}"/>
          </ac:spMkLst>
        </pc:spChg>
        <pc:spChg chg="add del">
          <ac:chgData name="Guest User" userId="" providerId="Windows Live" clId="Web-{98087CA2-DA8B-4CE7-B7AE-1C4EA8CE167B}" dt="2023-12-10T14:55:02.830" v="7"/>
          <ac:spMkLst>
            <pc:docMk/>
            <pc:sldMk cId="2565515233" sldId="266"/>
            <ac:spMk id="4" creationId="{52FA0373-5349-D1C5-D8BB-BE753659F5D9}"/>
          </ac:spMkLst>
        </pc:spChg>
        <pc:spChg chg="del mod ord replId">
          <ac:chgData name="Guest User" userId="" providerId="Windows Live" clId="Web-{98087CA2-DA8B-4CE7-B7AE-1C4EA8CE167B}" dt="2023-12-10T14:54:38.970" v="2"/>
          <ac:spMkLst>
            <pc:docMk/>
            <pc:sldMk cId="2565515233" sldId="266"/>
            <ac:spMk id="6" creationId="{100B2CD6-C5D3-A7F0-C3A2-B8B61A5E66E9}"/>
          </ac:spMkLst>
        </pc:spChg>
        <pc:spChg chg="del mod ord replId">
          <ac:chgData name="Guest User" userId="" providerId="Windows Live" clId="Web-{98087CA2-DA8B-4CE7-B7AE-1C4EA8CE167B}" dt="2023-12-10T14:54:38.970" v="2"/>
          <ac:spMkLst>
            <pc:docMk/>
            <pc:sldMk cId="2565515233" sldId="266"/>
            <ac:spMk id="7" creationId="{D7F902BF-6ACB-F44A-185E-48E14C85FF25}"/>
          </ac:spMkLst>
        </pc:spChg>
        <pc:spChg chg="add mod">
          <ac:chgData name="Guest User" userId="" providerId="Windows Live" clId="Web-{98087CA2-DA8B-4CE7-B7AE-1C4EA8CE167B}" dt="2023-12-10T15:02:44.849" v="72" actId="20577"/>
          <ac:spMkLst>
            <pc:docMk/>
            <pc:sldMk cId="2565515233" sldId="266"/>
            <ac:spMk id="8" creationId="{C83C11CC-4E81-98B7-A26D-C201799CB6BE}"/>
          </ac:spMkLst>
        </pc:spChg>
        <pc:spChg chg="add">
          <ac:chgData name="Guest User" userId="" providerId="Windows Live" clId="Web-{98087CA2-DA8B-4CE7-B7AE-1C4EA8CE167B}" dt="2023-12-10T14:54:38.970" v="2"/>
          <ac:spMkLst>
            <pc:docMk/>
            <pc:sldMk cId="2565515233" sldId="266"/>
            <ac:spMk id="9" creationId="{F13C74B1-5B17-4795-BED0-7140497B445A}"/>
          </ac:spMkLst>
        </pc:spChg>
        <pc:spChg chg="add">
          <ac:chgData name="Guest User" userId="" providerId="Windows Live" clId="Web-{98087CA2-DA8B-4CE7-B7AE-1C4EA8CE167B}" dt="2023-12-10T14:54:38.970" v="2"/>
          <ac:spMkLst>
            <pc:docMk/>
            <pc:sldMk cId="2565515233" sldId="266"/>
            <ac:spMk id="11" creationId="{D4974D33-8DC5-464E-8C6D-BE58F0669C17}"/>
          </ac:spMkLst>
        </pc:spChg>
        <pc:picChg chg="add mod">
          <ac:chgData name="Guest User" userId="" providerId="Windows Live" clId="Web-{98087CA2-DA8B-4CE7-B7AE-1C4EA8CE167B}" dt="2023-12-10T15:01:50.332" v="62" actId="1076"/>
          <ac:picMkLst>
            <pc:docMk/>
            <pc:sldMk cId="2565515233" sldId="266"/>
            <ac:picMk id="5" creationId="{D447D2BA-BFA4-1B1A-BE3B-32B51070C5F2}"/>
          </ac:picMkLst>
        </pc:picChg>
      </pc:sldChg>
      <pc:sldChg chg="modSp mod modClrScheme chgLayout">
        <pc:chgData name="Guest User" userId="" providerId="Windows Live" clId="Web-{98087CA2-DA8B-4CE7-B7AE-1C4EA8CE167B}" dt="2023-12-10T14:54:24.407" v="0"/>
        <pc:sldMkLst>
          <pc:docMk/>
          <pc:sldMk cId="2134984220" sldId="267"/>
        </pc:sldMkLst>
        <pc:spChg chg="mod ord">
          <ac:chgData name="Guest User" userId="" providerId="Windows Live" clId="Web-{98087CA2-DA8B-4CE7-B7AE-1C4EA8CE167B}" dt="2023-12-10T14:54:24.407" v="0"/>
          <ac:spMkLst>
            <pc:docMk/>
            <pc:sldMk cId="2134984220" sldId="267"/>
            <ac:spMk id="2" creationId="{9DD06E7F-CBE7-DF95-00CC-21C146766EF3}"/>
          </ac:spMkLst>
        </pc:spChg>
        <pc:spChg chg="mod ord">
          <ac:chgData name="Guest User" userId="" providerId="Windows Live" clId="Web-{98087CA2-DA8B-4CE7-B7AE-1C4EA8CE167B}" dt="2023-12-10T14:54:24.407" v="0"/>
          <ac:spMkLst>
            <pc:docMk/>
            <pc:sldMk cId="2134984220" sldId="267"/>
            <ac:spMk id="3" creationId="{46FC3A5A-5C0F-92EF-5897-9C5ADE2E2972}"/>
          </ac:spMkLst>
        </pc:spChg>
      </pc:sldChg>
      <pc:sldChg chg="modSp mod modClrScheme chgLayout">
        <pc:chgData name="Guest User" userId="" providerId="Windows Live" clId="Web-{98087CA2-DA8B-4CE7-B7AE-1C4EA8CE167B}" dt="2023-12-10T14:54:24.407" v="0"/>
        <pc:sldMkLst>
          <pc:docMk/>
          <pc:sldMk cId="3528857262" sldId="268"/>
        </pc:sldMkLst>
        <pc:spChg chg="mod ord">
          <ac:chgData name="Guest User" userId="" providerId="Windows Live" clId="Web-{98087CA2-DA8B-4CE7-B7AE-1C4EA8CE167B}" dt="2023-12-10T14:54:24.407" v="0"/>
          <ac:spMkLst>
            <pc:docMk/>
            <pc:sldMk cId="3528857262" sldId="268"/>
            <ac:spMk id="2" creationId="{13B5A6D6-9FA5-092E-858F-60F14D0E533A}"/>
          </ac:spMkLst>
        </pc:spChg>
        <pc:spChg chg="mod ord">
          <ac:chgData name="Guest User" userId="" providerId="Windows Live" clId="Web-{98087CA2-DA8B-4CE7-B7AE-1C4EA8CE167B}" dt="2023-12-10T14:54:24.407" v="0"/>
          <ac:spMkLst>
            <pc:docMk/>
            <pc:sldMk cId="3528857262" sldId="268"/>
            <ac:spMk id="3" creationId="{801207A6-DE7A-EFE0-72C2-0B1244463724}"/>
          </ac:spMkLst>
        </pc:spChg>
      </pc:sldChg>
      <pc:sldChg chg="modSp mod modClrScheme chgLayout">
        <pc:chgData name="Guest User" userId="" providerId="Windows Live" clId="Web-{98087CA2-DA8B-4CE7-B7AE-1C4EA8CE167B}" dt="2023-12-10T14:54:24.407" v="0"/>
        <pc:sldMkLst>
          <pc:docMk/>
          <pc:sldMk cId="3259415068" sldId="269"/>
        </pc:sldMkLst>
        <pc:spChg chg="mod ord">
          <ac:chgData name="Guest User" userId="" providerId="Windows Live" clId="Web-{98087CA2-DA8B-4CE7-B7AE-1C4EA8CE167B}" dt="2023-12-10T14:54:24.407" v="0"/>
          <ac:spMkLst>
            <pc:docMk/>
            <pc:sldMk cId="3259415068" sldId="269"/>
            <ac:spMk id="2" creationId="{A220B000-3336-64ED-EABD-108B1DA7BA65}"/>
          </ac:spMkLst>
        </pc:spChg>
        <pc:spChg chg="mod ord">
          <ac:chgData name="Guest User" userId="" providerId="Windows Live" clId="Web-{98087CA2-DA8B-4CE7-B7AE-1C4EA8CE167B}" dt="2023-12-10T14:54:24.407" v="0"/>
          <ac:spMkLst>
            <pc:docMk/>
            <pc:sldMk cId="3259415068" sldId="269"/>
            <ac:spMk id="3" creationId="{3DD4B678-F0BF-DB7E-6466-BD53C5669C06}"/>
          </ac:spMkLst>
        </pc:spChg>
      </pc:sldChg>
      <pc:sldChg chg="modSp mod modClrScheme chgLayout">
        <pc:chgData name="Guest User" userId="" providerId="Windows Live" clId="Web-{98087CA2-DA8B-4CE7-B7AE-1C4EA8CE167B}" dt="2023-12-10T14:54:24.407" v="0"/>
        <pc:sldMkLst>
          <pc:docMk/>
          <pc:sldMk cId="3786244902" sldId="270"/>
        </pc:sldMkLst>
        <pc:spChg chg="mod ord">
          <ac:chgData name="Guest User" userId="" providerId="Windows Live" clId="Web-{98087CA2-DA8B-4CE7-B7AE-1C4EA8CE167B}" dt="2023-12-10T14:54:24.407" v="0"/>
          <ac:spMkLst>
            <pc:docMk/>
            <pc:sldMk cId="3786244902" sldId="270"/>
            <ac:spMk id="2" creationId="{20D37D86-5378-4BC0-3E1C-0428615A6820}"/>
          </ac:spMkLst>
        </pc:spChg>
        <pc:spChg chg="mod ord">
          <ac:chgData name="Guest User" userId="" providerId="Windows Live" clId="Web-{98087CA2-DA8B-4CE7-B7AE-1C4EA8CE167B}" dt="2023-12-10T14:54:24.407" v="0"/>
          <ac:spMkLst>
            <pc:docMk/>
            <pc:sldMk cId="3786244902" sldId="270"/>
            <ac:spMk id="3" creationId="{4E52F0BF-97FE-7583-646A-B97FB9B740FC}"/>
          </ac:spMkLst>
        </pc:spChg>
      </pc:sldChg>
      <pc:sldMasterChg chg="del delSldLayout">
        <pc:chgData name="Guest User" userId="" providerId="Windows Live" clId="Web-{98087CA2-DA8B-4CE7-B7AE-1C4EA8CE167B}" dt="2023-12-10T14:54:24.407" v="0"/>
        <pc:sldMasterMkLst>
          <pc:docMk/>
          <pc:sldMasterMk cId="422592810" sldId="2147483648"/>
        </pc:sldMasterMkLst>
        <pc:sldLayoutChg chg="del">
          <pc:chgData name="Guest User" userId="" providerId="Windows Live" clId="Web-{98087CA2-DA8B-4CE7-B7AE-1C4EA8CE167B}" dt="2023-12-10T14:54:24.407" v="0"/>
          <pc:sldLayoutMkLst>
            <pc:docMk/>
            <pc:sldMasterMk cId="422592810" sldId="2147483648"/>
            <pc:sldLayoutMk cId="1969260897" sldId="2147483649"/>
          </pc:sldLayoutMkLst>
        </pc:sldLayoutChg>
        <pc:sldLayoutChg chg="del">
          <pc:chgData name="Guest User" userId="" providerId="Windows Live" clId="Web-{98087CA2-DA8B-4CE7-B7AE-1C4EA8CE167B}" dt="2023-12-10T14:54:24.407" v="0"/>
          <pc:sldLayoutMkLst>
            <pc:docMk/>
            <pc:sldMasterMk cId="422592810" sldId="2147483648"/>
            <pc:sldLayoutMk cId="3351188508" sldId="2147483650"/>
          </pc:sldLayoutMkLst>
        </pc:sldLayoutChg>
        <pc:sldLayoutChg chg="del">
          <pc:chgData name="Guest User" userId="" providerId="Windows Live" clId="Web-{98087CA2-DA8B-4CE7-B7AE-1C4EA8CE167B}" dt="2023-12-10T14:54:24.407" v="0"/>
          <pc:sldLayoutMkLst>
            <pc:docMk/>
            <pc:sldMasterMk cId="422592810" sldId="2147483648"/>
            <pc:sldLayoutMk cId="426211644" sldId="2147483651"/>
          </pc:sldLayoutMkLst>
        </pc:sldLayoutChg>
        <pc:sldLayoutChg chg="del">
          <pc:chgData name="Guest User" userId="" providerId="Windows Live" clId="Web-{98087CA2-DA8B-4CE7-B7AE-1C4EA8CE167B}" dt="2023-12-10T14:54:24.407" v="0"/>
          <pc:sldLayoutMkLst>
            <pc:docMk/>
            <pc:sldMasterMk cId="422592810" sldId="2147483648"/>
            <pc:sldLayoutMk cId="2569815420" sldId="2147483652"/>
          </pc:sldLayoutMkLst>
        </pc:sldLayoutChg>
        <pc:sldLayoutChg chg="del">
          <pc:chgData name="Guest User" userId="" providerId="Windows Live" clId="Web-{98087CA2-DA8B-4CE7-B7AE-1C4EA8CE167B}" dt="2023-12-10T14:54:24.407" v="0"/>
          <pc:sldLayoutMkLst>
            <pc:docMk/>
            <pc:sldMasterMk cId="422592810" sldId="2147483648"/>
            <pc:sldLayoutMk cId="1880987780" sldId="2147483653"/>
          </pc:sldLayoutMkLst>
        </pc:sldLayoutChg>
        <pc:sldLayoutChg chg="del">
          <pc:chgData name="Guest User" userId="" providerId="Windows Live" clId="Web-{98087CA2-DA8B-4CE7-B7AE-1C4EA8CE167B}" dt="2023-12-10T14:54:24.407" v="0"/>
          <pc:sldLayoutMkLst>
            <pc:docMk/>
            <pc:sldMasterMk cId="422592810" sldId="2147483648"/>
            <pc:sldLayoutMk cId="2399317395" sldId="2147483654"/>
          </pc:sldLayoutMkLst>
        </pc:sldLayoutChg>
        <pc:sldLayoutChg chg="del">
          <pc:chgData name="Guest User" userId="" providerId="Windows Live" clId="Web-{98087CA2-DA8B-4CE7-B7AE-1C4EA8CE167B}" dt="2023-12-10T14:54:24.407" v="0"/>
          <pc:sldLayoutMkLst>
            <pc:docMk/>
            <pc:sldMasterMk cId="422592810" sldId="2147483648"/>
            <pc:sldLayoutMk cId="256859669" sldId="2147483655"/>
          </pc:sldLayoutMkLst>
        </pc:sldLayoutChg>
        <pc:sldLayoutChg chg="del">
          <pc:chgData name="Guest User" userId="" providerId="Windows Live" clId="Web-{98087CA2-DA8B-4CE7-B7AE-1C4EA8CE167B}" dt="2023-12-10T14:54:24.407" v="0"/>
          <pc:sldLayoutMkLst>
            <pc:docMk/>
            <pc:sldMasterMk cId="422592810" sldId="2147483648"/>
            <pc:sldLayoutMk cId="2164200902" sldId="2147483656"/>
          </pc:sldLayoutMkLst>
        </pc:sldLayoutChg>
        <pc:sldLayoutChg chg="del">
          <pc:chgData name="Guest User" userId="" providerId="Windows Live" clId="Web-{98087CA2-DA8B-4CE7-B7AE-1C4EA8CE167B}" dt="2023-12-10T14:54:24.407" v="0"/>
          <pc:sldLayoutMkLst>
            <pc:docMk/>
            <pc:sldMasterMk cId="422592810" sldId="2147483648"/>
            <pc:sldLayoutMk cId="4063926561" sldId="2147483657"/>
          </pc:sldLayoutMkLst>
        </pc:sldLayoutChg>
        <pc:sldLayoutChg chg="del">
          <pc:chgData name="Guest User" userId="" providerId="Windows Live" clId="Web-{98087CA2-DA8B-4CE7-B7AE-1C4EA8CE167B}" dt="2023-12-10T14:54:24.407" v="0"/>
          <pc:sldLayoutMkLst>
            <pc:docMk/>
            <pc:sldMasterMk cId="422592810" sldId="2147483648"/>
            <pc:sldLayoutMk cId="522301470" sldId="2147483658"/>
          </pc:sldLayoutMkLst>
        </pc:sldLayoutChg>
        <pc:sldLayoutChg chg="del">
          <pc:chgData name="Guest User" userId="" providerId="Windows Live" clId="Web-{98087CA2-DA8B-4CE7-B7AE-1C4EA8CE167B}" dt="2023-12-10T14:54:24.407" v="0"/>
          <pc:sldLayoutMkLst>
            <pc:docMk/>
            <pc:sldMasterMk cId="422592810" sldId="2147483648"/>
            <pc:sldLayoutMk cId="1625137049" sldId="2147483659"/>
          </pc:sldLayoutMkLst>
        </pc:sldLayoutChg>
      </pc:sldMasterChg>
      <pc:sldMasterChg chg="add addSldLayout modSldLayout">
        <pc:chgData name="Guest User" userId="" providerId="Windows Live" clId="Web-{98087CA2-DA8B-4CE7-B7AE-1C4EA8CE167B}" dt="2023-12-10T14:54:24.407" v="0"/>
        <pc:sldMasterMkLst>
          <pc:docMk/>
          <pc:sldMasterMk cId="2786828381" sldId="2147483660"/>
        </pc:sldMasterMkLst>
        <pc:sldLayoutChg chg="add mod replId">
          <pc:chgData name="Guest User" userId="" providerId="Windows Live" clId="Web-{98087CA2-DA8B-4CE7-B7AE-1C4EA8CE167B}" dt="2023-12-10T14:54:24.407" v="0"/>
          <pc:sldLayoutMkLst>
            <pc:docMk/>
            <pc:sldMasterMk cId="2786828381" sldId="2147483660"/>
            <pc:sldLayoutMk cId="4244708002" sldId="2147483661"/>
          </pc:sldLayoutMkLst>
        </pc:sldLayoutChg>
        <pc:sldLayoutChg chg="add mod replId">
          <pc:chgData name="Guest User" userId="" providerId="Windows Live" clId="Web-{98087CA2-DA8B-4CE7-B7AE-1C4EA8CE167B}" dt="2023-12-10T14:54:24.407" v="0"/>
          <pc:sldLayoutMkLst>
            <pc:docMk/>
            <pc:sldMasterMk cId="2786828381" sldId="2147483660"/>
            <pc:sldLayoutMk cId="299954503" sldId="2147483662"/>
          </pc:sldLayoutMkLst>
        </pc:sldLayoutChg>
        <pc:sldLayoutChg chg="add mod replId">
          <pc:chgData name="Guest User" userId="" providerId="Windows Live" clId="Web-{98087CA2-DA8B-4CE7-B7AE-1C4EA8CE167B}" dt="2023-12-10T14:54:24.407" v="0"/>
          <pc:sldLayoutMkLst>
            <pc:docMk/>
            <pc:sldMasterMk cId="2786828381" sldId="2147483660"/>
            <pc:sldLayoutMk cId="1336966540" sldId="2147483663"/>
          </pc:sldLayoutMkLst>
        </pc:sldLayoutChg>
        <pc:sldLayoutChg chg="add mod replId">
          <pc:chgData name="Guest User" userId="" providerId="Windows Live" clId="Web-{98087CA2-DA8B-4CE7-B7AE-1C4EA8CE167B}" dt="2023-12-10T14:54:24.407" v="0"/>
          <pc:sldLayoutMkLst>
            <pc:docMk/>
            <pc:sldMasterMk cId="2786828381" sldId="2147483660"/>
            <pc:sldLayoutMk cId="1296441782" sldId="2147483664"/>
          </pc:sldLayoutMkLst>
        </pc:sldLayoutChg>
        <pc:sldLayoutChg chg="add mod replId">
          <pc:chgData name="Guest User" userId="" providerId="Windows Live" clId="Web-{98087CA2-DA8B-4CE7-B7AE-1C4EA8CE167B}" dt="2023-12-10T14:54:24.407" v="0"/>
          <pc:sldLayoutMkLst>
            <pc:docMk/>
            <pc:sldMasterMk cId="2786828381" sldId="2147483660"/>
            <pc:sldLayoutMk cId="3889150958" sldId="2147483665"/>
          </pc:sldLayoutMkLst>
        </pc:sldLayoutChg>
        <pc:sldLayoutChg chg="add mod replId">
          <pc:chgData name="Guest User" userId="" providerId="Windows Live" clId="Web-{98087CA2-DA8B-4CE7-B7AE-1C4EA8CE167B}" dt="2023-12-10T14:54:24.407" v="0"/>
          <pc:sldLayoutMkLst>
            <pc:docMk/>
            <pc:sldMasterMk cId="2786828381" sldId="2147483660"/>
            <pc:sldLayoutMk cId="4254041614" sldId="2147483666"/>
          </pc:sldLayoutMkLst>
        </pc:sldLayoutChg>
        <pc:sldLayoutChg chg="add mod replId">
          <pc:chgData name="Guest User" userId="" providerId="Windows Live" clId="Web-{98087CA2-DA8B-4CE7-B7AE-1C4EA8CE167B}" dt="2023-12-10T14:54:24.407" v="0"/>
          <pc:sldLayoutMkLst>
            <pc:docMk/>
            <pc:sldMasterMk cId="2786828381" sldId="2147483660"/>
            <pc:sldLayoutMk cId="1103393369" sldId="2147483667"/>
          </pc:sldLayoutMkLst>
        </pc:sldLayoutChg>
        <pc:sldLayoutChg chg="add mod replId">
          <pc:chgData name="Guest User" userId="" providerId="Windows Live" clId="Web-{98087CA2-DA8B-4CE7-B7AE-1C4EA8CE167B}" dt="2023-12-10T14:54:24.407" v="0"/>
          <pc:sldLayoutMkLst>
            <pc:docMk/>
            <pc:sldMasterMk cId="2786828381" sldId="2147483660"/>
            <pc:sldLayoutMk cId="1546500484" sldId="2147483668"/>
          </pc:sldLayoutMkLst>
        </pc:sldLayoutChg>
        <pc:sldLayoutChg chg="add mod replId">
          <pc:chgData name="Guest User" userId="" providerId="Windows Live" clId="Web-{98087CA2-DA8B-4CE7-B7AE-1C4EA8CE167B}" dt="2023-12-10T14:54:24.407" v="0"/>
          <pc:sldLayoutMkLst>
            <pc:docMk/>
            <pc:sldMasterMk cId="2786828381" sldId="2147483660"/>
            <pc:sldLayoutMk cId="1196883170" sldId="2147483669"/>
          </pc:sldLayoutMkLst>
        </pc:sldLayoutChg>
        <pc:sldLayoutChg chg="add mod replId">
          <pc:chgData name="Guest User" userId="" providerId="Windows Live" clId="Web-{98087CA2-DA8B-4CE7-B7AE-1C4EA8CE167B}" dt="2023-12-10T14:54:24.407" v="0"/>
          <pc:sldLayoutMkLst>
            <pc:docMk/>
            <pc:sldMasterMk cId="2786828381" sldId="2147483660"/>
            <pc:sldLayoutMk cId="1983013192" sldId="2147483670"/>
          </pc:sldLayoutMkLst>
        </pc:sldLayoutChg>
        <pc:sldLayoutChg chg="add mod replId">
          <pc:chgData name="Guest User" userId="" providerId="Windows Live" clId="Web-{98087CA2-DA8B-4CE7-B7AE-1C4EA8CE167B}" dt="2023-12-10T14:54:24.407" v="0"/>
          <pc:sldLayoutMkLst>
            <pc:docMk/>
            <pc:sldMasterMk cId="2786828381" sldId="2147483660"/>
            <pc:sldLayoutMk cId="4238227384" sldId="214748367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2D9747-A68D-420F-BAA2-F6F95BFCA5C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BDDE3A6-DFF0-4401-ACC3-893BF0DF53C8}">
      <dgm:prSet/>
      <dgm:spPr/>
      <dgm:t>
        <a:bodyPr/>
        <a:lstStyle/>
        <a:p>
          <a:r>
            <a:rPr lang="en-US" dirty="0"/>
            <a:t>The </a:t>
          </a:r>
          <a:r>
            <a:rPr lang="en-US" dirty="0">
              <a:latin typeface="Calibri Light" panose="020F0302020204030204"/>
            </a:rPr>
            <a:t>Lewin's</a:t>
          </a:r>
          <a:r>
            <a:rPr lang="en-US" dirty="0"/>
            <a:t> Change Management Theory would work the best in that Banner </a:t>
          </a:r>
          <a:r>
            <a:rPr lang="en-US" dirty="0">
              <a:latin typeface="Calibri Light" panose="020F0302020204030204"/>
            </a:rPr>
            <a:t>Health</a:t>
          </a:r>
          <a:r>
            <a:rPr lang="en-US" dirty="0"/>
            <a:t> wants to create several changes to improve healthcare and maintain their mission of making healthcare easier so that life could be better. The three stages of </a:t>
          </a:r>
          <a:r>
            <a:rPr lang="en-US" dirty="0">
              <a:latin typeface="Calibri Light" panose="020F0302020204030204"/>
            </a:rPr>
            <a:t>Lewin's</a:t>
          </a:r>
          <a:r>
            <a:rPr lang="en-US" dirty="0"/>
            <a:t> theory involve planning on process changes, educating staff and creating </a:t>
          </a:r>
          <a:r>
            <a:rPr lang="en-US" dirty="0">
              <a:latin typeface="Calibri Light" panose="020F0302020204030204"/>
            </a:rPr>
            <a:t>environments</a:t>
          </a:r>
          <a:r>
            <a:rPr lang="en-US" dirty="0"/>
            <a:t> that decrease staff tension. </a:t>
          </a:r>
        </a:p>
      </dgm:t>
    </dgm:pt>
    <dgm:pt modelId="{F317A5F4-CA7D-4AC3-87E2-BEEB2BC7654F}" type="parTrans" cxnId="{06D8A647-4CE5-4122-B0DB-F3C137B35C55}">
      <dgm:prSet/>
      <dgm:spPr/>
      <dgm:t>
        <a:bodyPr/>
        <a:lstStyle/>
        <a:p>
          <a:endParaRPr lang="en-US"/>
        </a:p>
      </dgm:t>
    </dgm:pt>
    <dgm:pt modelId="{0D143A51-9346-4246-8D11-6AC8A889B88A}" type="sibTrans" cxnId="{06D8A647-4CE5-4122-B0DB-F3C137B35C55}">
      <dgm:prSet/>
      <dgm:spPr/>
      <dgm:t>
        <a:bodyPr/>
        <a:lstStyle/>
        <a:p>
          <a:endParaRPr lang="en-US"/>
        </a:p>
      </dgm:t>
    </dgm:pt>
    <dgm:pt modelId="{5BC97774-BB0A-4E82-A663-9922176AE646}">
      <dgm:prSet/>
      <dgm:spPr/>
      <dgm:t>
        <a:bodyPr/>
        <a:lstStyle/>
        <a:p>
          <a:r>
            <a:rPr lang="en-US" dirty="0"/>
            <a:t>This model is a practical way of implementing new ideas in a way that doesn’t involve many steps. This theory also uses the use of positive reinforcements to continue the changes made .</a:t>
          </a:r>
        </a:p>
      </dgm:t>
    </dgm:pt>
    <dgm:pt modelId="{E3A435FE-356C-42C4-9C15-C657C611368C}" type="parTrans" cxnId="{2AD1861E-02C4-40FA-B23B-B8984D5AD273}">
      <dgm:prSet/>
      <dgm:spPr/>
      <dgm:t>
        <a:bodyPr/>
        <a:lstStyle/>
        <a:p>
          <a:endParaRPr lang="en-US"/>
        </a:p>
      </dgm:t>
    </dgm:pt>
    <dgm:pt modelId="{810250FA-B1A0-493F-A6A3-9B16FA358673}" type="sibTrans" cxnId="{2AD1861E-02C4-40FA-B23B-B8984D5AD273}">
      <dgm:prSet/>
      <dgm:spPr/>
      <dgm:t>
        <a:bodyPr/>
        <a:lstStyle/>
        <a:p>
          <a:endParaRPr lang="en-US"/>
        </a:p>
      </dgm:t>
    </dgm:pt>
    <dgm:pt modelId="{3070EF33-EB16-4EE7-8772-9463281744B3}" type="pres">
      <dgm:prSet presAssocID="{F42D9747-A68D-420F-BAA2-F6F95BFCA5C4}" presName="hierChild1" presStyleCnt="0">
        <dgm:presLayoutVars>
          <dgm:chPref val="1"/>
          <dgm:dir/>
          <dgm:animOne val="branch"/>
          <dgm:animLvl val="lvl"/>
          <dgm:resizeHandles/>
        </dgm:presLayoutVars>
      </dgm:prSet>
      <dgm:spPr/>
    </dgm:pt>
    <dgm:pt modelId="{0DA31B67-3770-4DFA-AFA4-6453D9F28DA7}" type="pres">
      <dgm:prSet presAssocID="{0BDDE3A6-DFF0-4401-ACC3-893BF0DF53C8}" presName="hierRoot1" presStyleCnt="0"/>
      <dgm:spPr/>
    </dgm:pt>
    <dgm:pt modelId="{353FB590-0ED6-484D-B15B-4B7C6AE4B1B9}" type="pres">
      <dgm:prSet presAssocID="{0BDDE3A6-DFF0-4401-ACC3-893BF0DF53C8}" presName="composite" presStyleCnt="0"/>
      <dgm:spPr/>
    </dgm:pt>
    <dgm:pt modelId="{39A9206E-E954-4708-83D0-B9B4BF703ABB}" type="pres">
      <dgm:prSet presAssocID="{0BDDE3A6-DFF0-4401-ACC3-893BF0DF53C8}" presName="background" presStyleLbl="node0" presStyleIdx="0" presStyleCnt="2"/>
      <dgm:spPr/>
    </dgm:pt>
    <dgm:pt modelId="{5501B666-C541-4A6F-A842-AA31CB61E119}" type="pres">
      <dgm:prSet presAssocID="{0BDDE3A6-DFF0-4401-ACC3-893BF0DF53C8}" presName="text" presStyleLbl="fgAcc0" presStyleIdx="0" presStyleCnt="2">
        <dgm:presLayoutVars>
          <dgm:chPref val="3"/>
        </dgm:presLayoutVars>
      </dgm:prSet>
      <dgm:spPr/>
    </dgm:pt>
    <dgm:pt modelId="{B64EA9B1-BB88-41C4-A9BC-4E6ECB26F89A}" type="pres">
      <dgm:prSet presAssocID="{0BDDE3A6-DFF0-4401-ACC3-893BF0DF53C8}" presName="hierChild2" presStyleCnt="0"/>
      <dgm:spPr/>
    </dgm:pt>
    <dgm:pt modelId="{DCF6780A-297F-4BD7-B984-A8ACD4AE4F05}" type="pres">
      <dgm:prSet presAssocID="{5BC97774-BB0A-4E82-A663-9922176AE646}" presName="hierRoot1" presStyleCnt="0"/>
      <dgm:spPr/>
    </dgm:pt>
    <dgm:pt modelId="{6BAE6795-CCD6-4525-86F0-F67036F43DFC}" type="pres">
      <dgm:prSet presAssocID="{5BC97774-BB0A-4E82-A663-9922176AE646}" presName="composite" presStyleCnt="0"/>
      <dgm:spPr/>
    </dgm:pt>
    <dgm:pt modelId="{00B4ACE0-5289-4FD2-97F5-A35B0D7D8F04}" type="pres">
      <dgm:prSet presAssocID="{5BC97774-BB0A-4E82-A663-9922176AE646}" presName="background" presStyleLbl="node0" presStyleIdx="1" presStyleCnt="2"/>
      <dgm:spPr/>
    </dgm:pt>
    <dgm:pt modelId="{F284136E-0BC4-4B4A-8E28-474D98107B3B}" type="pres">
      <dgm:prSet presAssocID="{5BC97774-BB0A-4E82-A663-9922176AE646}" presName="text" presStyleLbl="fgAcc0" presStyleIdx="1" presStyleCnt="2">
        <dgm:presLayoutVars>
          <dgm:chPref val="3"/>
        </dgm:presLayoutVars>
      </dgm:prSet>
      <dgm:spPr/>
    </dgm:pt>
    <dgm:pt modelId="{0F12C053-D20C-4C90-BBD0-A650B023A263}" type="pres">
      <dgm:prSet presAssocID="{5BC97774-BB0A-4E82-A663-9922176AE646}" presName="hierChild2" presStyleCnt="0"/>
      <dgm:spPr/>
    </dgm:pt>
  </dgm:ptLst>
  <dgm:cxnLst>
    <dgm:cxn modelId="{2AD1861E-02C4-40FA-B23B-B8984D5AD273}" srcId="{F42D9747-A68D-420F-BAA2-F6F95BFCA5C4}" destId="{5BC97774-BB0A-4E82-A663-9922176AE646}" srcOrd="1" destOrd="0" parTransId="{E3A435FE-356C-42C4-9C15-C657C611368C}" sibTransId="{810250FA-B1A0-493F-A6A3-9B16FA358673}"/>
    <dgm:cxn modelId="{06D8A647-4CE5-4122-B0DB-F3C137B35C55}" srcId="{F42D9747-A68D-420F-BAA2-F6F95BFCA5C4}" destId="{0BDDE3A6-DFF0-4401-ACC3-893BF0DF53C8}" srcOrd="0" destOrd="0" parTransId="{F317A5F4-CA7D-4AC3-87E2-BEEB2BC7654F}" sibTransId="{0D143A51-9346-4246-8D11-6AC8A889B88A}"/>
    <dgm:cxn modelId="{4C828A54-EBDE-4777-B531-DB11B34C886A}" type="presOf" srcId="{F42D9747-A68D-420F-BAA2-F6F95BFCA5C4}" destId="{3070EF33-EB16-4EE7-8772-9463281744B3}" srcOrd="0" destOrd="0" presId="urn:microsoft.com/office/officeart/2005/8/layout/hierarchy1"/>
    <dgm:cxn modelId="{D7486875-26CB-49BA-967C-8BD94DA290A4}" type="presOf" srcId="{0BDDE3A6-DFF0-4401-ACC3-893BF0DF53C8}" destId="{5501B666-C541-4A6F-A842-AA31CB61E119}" srcOrd="0" destOrd="0" presId="urn:microsoft.com/office/officeart/2005/8/layout/hierarchy1"/>
    <dgm:cxn modelId="{8F07A7A0-AB89-4A2B-A714-C8389CE41081}" type="presOf" srcId="{5BC97774-BB0A-4E82-A663-9922176AE646}" destId="{F284136E-0BC4-4B4A-8E28-474D98107B3B}" srcOrd="0" destOrd="0" presId="urn:microsoft.com/office/officeart/2005/8/layout/hierarchy1"/>
    <dgm:cxn modelId="{47B18B28-E94B-41B3-A8E5-511E0C7FC32F}" type="presParOf" srcId="{3070EF33-EB16-4EE7-8772-9463281744B3}" destId="{0DA31B67-3770-4DFA-AFA4-6453D9F28DA7}" srcOrd="0" destOrd="0" presId="urn:microsoft.com/office/officeart/2005/8/layout/hierarchy1"/>
    <dgm:cxn modelId="{CB745541-CDE5-40B7-804C-614F0C2A360B}" type="presParOf" srcId="{0DA31B67-3770-4DFA-AFA4-6453D9F28DA7}" destId="{353FB590-0ED6-484D-B15B-4B7C6AE4B1B9}" srcOrd="0" destOrd="0" presId="urn:microsoft.com/office/officeart/2005/8/layout/hierarchy1"/>
    <dgm:cxn modelId="{94E5038E-32A7-4B95-9998-77F46AD7EC07}" type="presParOf" srcId="{353FB590-0ED6-484D-B15B-4B7C6AE4B1B9}" destId="{39A9206E-E954-4708-83D0-B9B4BF703ABB}" srcOrd="0" destOrd="0" presId="urn:microsoft.com/office/officeart/2005/8/layout/hierarchy1"/>
    <dgm:cxn modelId="{F0C4E814-5A95-4216-BA4A-B0D780FBC391}" type="presParOf" srcId="{353FB590-0ED6-484D-B15B-4B7C6AE4B1B9}" destId="{5501B666-C541-4A6F-A842-AA31CB61E119}" srcOrd="1" destOrd="0" presId="urn:microsoft.com/office/officeart/2005/8/layout/hierarchy1"/>
    <dgm:cxn modelId="{D31D1DCA-367E-408C-B5AC-71EB97CD51BF}" type="presParOf" srcId="{0DA31B67-3770-4DFA-AFA4-6453D9F28DA7}" destId="{B64EA9B1-BB88-41C4-A9BC-4E6ECB26F89A}" srcOrd="1" destOrd="0" presId="urn:microsoft.com/office/officeart/2005/8/layout/hierarchy1"/>
    <dgm:cxn modelId="{0A3AFCD6-88FD-4A8A-A943-27607B8DF108}" type="presParOf" srcId="{3070EF33-EB16-4EE7-8772-9463281744B3}" destId="{DCF6780A-297F-4BD7-B984-A8ACD4AE4F05}" srcOrd="1" destOrd="0" presId="urn:microsoft.com/office/officeart/2005/8/layout/hierarchy1"/>
    <dgm:cxn modelId="{95AB57E4-38EC-44A6-8CEA-767CDE52A32B}" type="presParOf" srcId="{DCF6780A-297F-4BD7-B984-A8ACD4AE4F05}" destId="{6BAE6795-CCD6-4525-86F0-F67036F43DFC}" srcOrd="0" destOrd="0" presId="urn:microsoft.com/office/officeart/2005/8/layout/hierarchy1"/>
    <dgm:cxn modelId="{BC56E3A6-75CA-4FC8-8ECE-45AF3C5C1324}" type="presParOf" srcId="{6BAE6795-CCD6-4525-86F0-F67036F43DFC}" destId="{00B4ACE0-5289-4FD2-97F5-A35B0D7D8F04}" srcOrd="0" destOrd="0" presId="urn:microsoft.com/office/officeart/2005/8/layout/hierarchy1"/>
    <dgm:cxn modelId="{156DC7AF-0021-432B-9AA0-04C50CD17693}" type="presParOf" srcId="{6BAE6795-CCD6-4525-86F0-F67036F43DFC}" destId="{F284136E-0BC4-4B4A-8E28-474D98107B3B}" srcOrd="1" destOrd="0" presId="urn:microsoft.com/office/officeart/2005/8/layout/hierarchy1"/>
    <dgm:cxn modelId="{C3437762-A79C-4740-A4F5-57AD9E749FCD}" type="presParOf" srcId="{DCF6780A-297F-4BD7-B984-A8ACD4AE4F05}" destId="{0F12C053-D20C-4C90-BBD0-A650B023A26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9206E-E954-4708-83D0-B9B4BF703AB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01B666-C541-4A6F-A842-AA31CB61E119}">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a:t>
          </a:r>
          <a:r>
            <a:rPr lang="en-US" sz="1800" kern="1200" dirty="0">
              <a:latin typeface="Calibri Light" panose="020F0302020204030204"/>
            </a:rPr>
            <a:t>Lewin's</a:t>
          </a:r>
          <a:r>
            <a:rPr lang="en-US" sz="1800" kern="1200" dirty="0"/>
            <a:t> Change Management Theory would work the best in that Banner </a:t>
          </a:r>
          <a:r>
            <a:rPr lang="en-US" sz="1800" kern="1200" dirty="0">
              <a:latin typeface="Calibri Light" panose="020F0302020204030204"/>
            </a:rPr>
            <a:t>Health</a:t>
          </a:r>
          <a:r>
            <a:rPr lang="en-US" sz="1800" kern="1200" dirty="0"/>
            <a:t> wants to create several changes to improve healthcare and maintain their mission of making healthcare easier so that life could be better. The three stages of </a:t>
          </a:r>
          <a:r>
            <a:rPr lang="en-US" sz="1800" kern="1200" dirty="0">
              <a:latin typeface="Calibri Light" panose="020F0302020204030204"/>
            </a:rPr>
            <a:t>Lewin's</a:t>
          </a:r>
          <a:r>
            <a:rPr lang="en-US" sz="1800" kern="1200" dirty="0"/>
            <a:t> theory involve planning on process changes, educating staff and creating </a:t>
          </a:r>
          <a:r>
            <a:rPr lang="en-US" sz="1800" kern="1200" dirty="0">
              <a:latin typeface="Calibri Light" panose="020F0302020204030204"/>
            </a:rPr>
            <a:t>environments</a:t>
          </a:r>
          <a:r>
            <a:rPr lang="en-US" sz="1800" kern="1200" dirty="0"/>
            <a:t> that decrease staff tension. </a:t>
          </a:r>
        </a:p>
      </dsp:txBody>
      <dsp:txXfrm>
        <a:off x="696297" y="538547"/>
        <a:ext cx="4171627" cy="2590157"/>
      </dsp:txXfrm>
    </dsp:sp>
    <dsp:sp modelId="{00B4ACE0-5289-4FD2-97F5-A35B0D7D8F04}">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84136E-0BC4-4B4A-8E28-474D98107B3B}">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This model is a practical way of implementing new ideas in a way that doesn’t involve many steps. This theory also uses the use of positive reinforcements to continue the changes made .</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44708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9954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36966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96441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89150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4041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3393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6500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688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83013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3822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7868283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google.com/search?sca_esv=588873340&amp;q=banner+health&amp;tbm=isch&amp;source=lnms&amp;sa=X&amp;sqi=2&amp;ved=2ahUKEwiKu5mv3v6CAxXWhe4BHcLrDSQQ0pQJegQIDBAB&amp;biw=692&amp;bih=715&amp;dpr=2#imgrc=E0M3hQvwuaOXl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6" Type="http://schemas.openxmlformats.org/officeDocument/2006/relationships/hyperlink" Target="https://www.bannerhealth.com/services/home-care" TargetMode="External"/><Relationship Id="rId21" Type="http://schemas.openxmlformats.org/officeDocument/2006/relationships/hyperlink" Target="https://www.bannerhealth.com/services/eye" TargetMode="External"/><Relationship Id="rId34" Type="http://schemas.openxmlformats.org/officeDocument/2006/relationships/hyperlink" Target="https://www.bannerhealth.com/services/kidney" TargetMode="External"/><Relationship Id="rId42" Type="http://schemas.openxmlformats.org/officeDocument/2006/relationships/hyperlink" Target="https://www.bannerhealth.com/services/orthopedics" TargetMode="External"/><Relationship Id="rId47" Type="http://schemas.openxmlformats.org/officeDocument/2006/relationships/hyperlink" Target="https://www.bannerhealth.com/services/pharmacy" TargetMode="External"/><Relationship Id="rId50" Type="http://schemas.openxmlformats.org/officeDocument/2006/relationships/hyperlink" Target="https://www.bannerhealth.com/services/primary-care" TargetMode="External"/><Relationship Id="rId55" Type="http://schemas.openxmlformats.org/officeDocument/2006/relationships/hyperlink" Target="https://www.bannerhealth.com/services/sleep-medicine" TargetMode="External"/><Relationship Id="rId63" Type="http://schemas.openxmlformats.org/officeDocument/2006/relationships/hyperlink" Target="https://www.bannerhealth.com/services/wellness" TargetMode="External"/><Relationship Id="rId7" Type="http://schemas.openxmlformats.org/officeDocument/2006/relationships/hyperlink" Target="https://www.bannerhealth.com/services/banner-brain-and-spine" TargetMode="External"/><Relationship Id="rId2" Type="http://schemas.openxmlformats.org/officeDocument/2006/relationships/hyperlink" Target="https://www.bannerhealth.com/services/academic-medicine" TargetMode="External"/><Relationship Id="rId16" Type="http://schemas.openxmlformats.org/officeDocument/2006/relationships/hyperlink" Target="https://www.bannerhealth.com/services/diabetes" TargetMode="External"/><Relationship Id="rId29" Type="http://schemas.openxmlformats.org/officeDocument/2006/relationships/hyperlink" Target="https://www.bannerhealth.com/services/infectious-disease" TargetMode="External"/><Relationship Id="rId11" Type="http://schemas.openxmlformats.org/officeDocument/2006/relationships/hyperlink" Target="https://www.bannerhealth.com/services/cancer" TargetMode="External"/><Relationship Id="rId24" Type="http://schemas.openxmlformats.org/officeDocument/2006/relationships/hyperlink" Target="https://www.bannerhealth.com/services/womens" TargetMode="External"/><Relationship Id="rId32" Type="http://schemas.openxmlformats.org/officeDocument/2006/relationships/hyperlink" Target="https://www.bannerhealth.com/services/integrative-therapy" TargetMode="External"/><Relationship Id="rId37" Type="http://schemas.openxmlformats.org/officeDocument/2006/relationships/hyperlink" Target="https://www.bannerhealth.com/services/pediatrics/medical-care/critical-care" TargetMode="External"/><Relationship Id="rId40" Type="http://schemas.openxmlformats.org/officeDocument/2006/relationships/hyperlink" Target="https://www.bannerhealth.com/services/nutrition" TargetMode="External"/><Relationship Id="rId45" Type="http://schemas.openxmlformats.org/officeDocument/2006/relationships/hyperlink" Target="https://www.bannerhealth.com/services/palliative-care" TargetMode="External"/><Relationship Id="rId53" Type="http://schemas.openxmlformats.org/officeDocument/2006/relationships/hyperlink" Target="https://www.bannerhealth.com/services/research" TargetMode="External"/><Relationship Id="rId58" Type="http://schemas.openxmlformats.org/officeDocument/2006/relationships/hyperlink" Target="https://www.bannerhealth.com/services/telehealth" TargetMode="External"/><Relationship Id="rId66" Type="http://schemas.openxmlformats.org/officeDocument/2006/relationships/hyperlink" Target="http://Www.google.com" TargetMode="External"/><Relationship Id="rId5" Type="http://schemas.openxmlformats.org/officeDocument/2006/relationships/hyperlink" Target="https://www.bannerhealth.com/services/asthma" TargetMode="External"/><Relationship Id="rId61" Type="http://schemas.openxmlformats.org/officeDocument/2006/relationships/hyperlink" Target="https://www.bannerhealth.com/services/urology" TargetMode="External"/><Relationship Id="rId19" Type="http://schemas.openxmlformats.org/officeDocument/2006/relationships/hyperlink" Target="https://www.bannerhealth.com/services/endocrinology" TargetMode="External"/><Relationship Id="rId14" Type="http://schemas.openxmlformats.org/officeDocument/2006/relationships/hyperlink" Target="https://www.bannerhealth.com/services/intensive-care" TargetMode="External"/><Relationship Id="rId22" Type="http://schemas.openxmlformats.org/officeDocument/2006/relationships/hyperlink" Target="https://www.bannerhealth.com/services/gastroenterology" TargetMode="External"/><Relationship Id="rId27" Type="http://schemas.openxmlformats.org/officeDocument/2006/relationships/hyperlink" Target="https://www.bannerhealth.com/services/hospice" TargetMode="External"/><Relationship Id="rId30" Type="http://schemas.openxmlformats.org/officeDocument/2006/relationships/hyperlink" Target="https://www.bannerhealth.com/services/infusion-therapy" TargetMode="External"/><Relationship Id="rId35" Type="http://schemas.openxmlformats.org/officeDocument/2006/relationships/hyperlink" Target="https://www.bannerhealth.com/services/lab" TargetMode="External"/><Relationship Id="rId43" Type="http://schemas.openxmlformats.org/officeDocument/2006/relationships/hyperlink" Target="https://www.bannerhealth.com/services/outpatient-surgery" TargetMode="External"/><Relationship Id="rId48" Type="http://schemas.openxmlformats.org/officeDocument/2006/relationships/hyperlink" Target="https://www.bannerhealth.com/services/physical-therapy" TargetMode="External"/><Relationship Id="rId56" Type="http://schemas.openxmlformats.org/officeDocument/2006/relationships/hyperlink" Target="https://www.bannerhealth.com/services/sports-medicine" TargetMode="External"/><Relationship Id="rId64" Type="http://schemas.openxmlformats.org/officeDocument/2006/relationships/hyperlink" Target="https://www.bannerhealth.com/services/wound" TargetMode="External"/><Relationship Id="rId8" Type="http://schemas.openxmlformats.org/officeDocument/2006/relationships/hyperlink" Target="https://www.bannerhealth.com/services/bariatric-weight-loss-surgery" TargetMode="External"/><Relationship Id="rId51" Type="http://schemas.openxmlformats.org/officeDocument/2006/relationships/hyperlink" Target="https://www.bannerhealth.com/services/pulmonary" TargetMode="External"/><Relationship Id="rId3" Type="http://schemas.openxmlformats.org/officeDocument/2006/relationships/hyperlink" Target="https://www.bannerhealth.com/services/allergy" TargetMode="External"/><Relationship Id="rId12" Type="http://schemas.openxmlformats.org/officeDocument/2006/relationships/hyperlink" Target="https://www.bannerhealth.com/services/concierge-medicine" TargetMode="External"/><Relationship Id="rId17" Type="http://schemas.openxmlformats.org/officeDocument/2006/relationships/hyperlink" Target="https://www.bannerhealth.com/services/doctors-and-specialists" TargetMode="External"/><Relationship Id="rId25" Type="http://schemas.openxmlformats.org/officeDocument/2006/relationships/hyperlink" Target="https://www.bannerhealth.com/services/heart" TargetMode="External"/><Relationship Id="rId33" Type="http://schemas.openxmlformats.org/officeDocument/2006/relationships/hyperlink" Target="https://www.bannerhealth.com/services/internal-medicine" TargetMode="External"/><Relationship Id="rId38" Type="http://schemas.openxmlformats.org/officeDocument/2006/relationships/hyperlink" Target="https://www.bannerhealth.com/services/neurology" TargetMode="External"/><Relationship Id="rId46" Type="http://schemas.openxmlformats.org/officeDocument/2006/relationships/hyperlink" Target="https://www.bannerhealth.com/services/pediatrics" TargetMode="External"/><Relationship Id="rId59" Type="http://schemas.openxmlformats.org/officeDocument/2006/relationships/hyperlink" Target="https://www.bannerhealth.com/services/transplant" TargetMode="External"/><Relationship Id="rId67" Type="http://schemas.openxmlformats.org/officeDocument/2006/relationships/hyperlink" Target="https://www.google.com/search?sca_esv=588873340&amp;q=banner+health&amp;tbm=isch&amp;source=lnms&amp;sa=X&amp;sqi=2&amp;ved=2ahUKEwjbxZ_f7_6CAxXXMUQIHeBcCSQQ0pQJegQICxAB&amp;biw=1440&amp;bih=813&amp;dpr=2#imgrc=ZhET2d0b6IRBVM" TargetMode="External"/><Relationship Id="rId20" Type="http://schemas.openxmlformats.org/officeDocument/2006/relationships/hyperlink" Target="https://www.bannerhealth.com/services/endoscopy" TargetMode="External"/><Relationship Id="rId41" Type="http://schemas.openxmlformats.org/officeDocument/2006/relationships/hyperlink" Target="https://www.bannerhealth.com/services/occupational-health" TargetMode="External"/><Relationship Id="rId54" Type="http://schemas.openxmlformats.org/officeDocument/2006/relationships/hyperlink" Target="https://www.bannerhealth.com/services/spine" TargetMode="External"/><Relationship Id="rId62" Type="http://schemas.openxmlformats.org/officeDocument/2006/relationships/hyperlink" Target="https://www.bannerhealth.com/services/volunteer" TargetMode="External"/><Relationship Id="rId1" Type="http://schemas.openxmlformats.org/officeDocument/2006/relationships/slideLayout" Target="../slideLayouts/slideLayout2.xml"/><Relationship Id="rId6" Type="http://schemas.openxmlformats.org/officeDocument/2006/relationships/hyperlink" Target="https://www.bannerhealth.com/services/ear-nose-and-throat" TargetMode="External"/><Relationship Id="rId15" Type="http://schemas.openxmlformats.org/officeDocument/2006/relationships/hyperlink" Target="https://www.bannerhealth.com/services/dermatology" TargetMode="External"/><Relationship Id="rId23" Type="http://schemas.openxmlformats.org/officeDocument/2006/relationships/hyperlink" Target="https://www.bannerhealth.com/services/healthy-aging" TargetMode="External"/><Relationship Id="rId28" Type="http://schemas.openxmlformats.org/officeDocument/2006/relationships/hyperlink" Target="https://www.bannerhealth.com/services/imaging" TargetMode="External"/><Relationship Id="rId36" Type="http://schemas.openxmlformats.org/officeDocument/2006/relationships/hyperlink" Target="https://www.bannerhealth.com/services/maternity" TargetMode="External"/><Relationship Id="rId49" Type="http://schemas.openxmlformats.org/officeDocument/2006/relationships/hyperlink" Target="https://www.bannerhealth.com/services/poison-drug-information" TargetMode="External"/><Relationship Id="rId57" Type="http://schemas.openxmlformats.org/officeDocument/2006/relationships/hyperlink" Target="https://www.bannerhealth.com/services/surgery" TargetMode="External"/><Relationship Id="rId10" Type="http://schemas.openxmlformats.org/officeDocument/2006/relationships/hyperlink" Target="https://www.bannerhealth.com/services/burn" TargetMode="External"/><Relationship Id="rId31" Type="http://schemas.openxmlformats.org/officeDocument/2006/relationships/hyperlink" Target="https://www.bannerhealth.com/services/injury-prevention" TargetMode="External"/><Relationship Id="rId44" Type="http://schemas.openxmlformats.org/officeDocument/2006/relationships/hyperlink" Target="https://www.bannerhealth.com/services/pain-management" TargetMode="External"/><Relationship Id="rId52" Type="http://schemas.openxmlformats.org/officeDocument/2006/relationships/hyperlink" Target="https://www.bannerhealth.com/services/rehab" TargetMode="External"/><Relationship Id="rId60" Type="http://schemas.openxmlformats.org/officeDocument/2006/relationships/hyperlink" Target="https://www.bannerhealth.com/services/urgent-care" TargetMode="External"/><Relationship Id="rId65" Type="http://schemas.openxmlformats.org/officeDocument/2006/relationships/image" Target="../media/image2.png"/><Relationship Id="rId4" Type="http://schemas.openxmlformats.org/officeDocument/2006/relationships/hyperlink" Target="https://www.bannerhealth.com/services/alzheimers" TargetMode="External"/><Relationship Id="rId9" Type="http://schemas.openxmlformats.org/officeDocument/2006/relationships/hyperlink" Target="https://www.bannerhealth.com/services/behavioral-health" TargetMode="External"/><Relationship Id="rId13" Type="http://schemas.openxmlformats.org/officeDocument/2006/relationships/hyperlink" Target="https://www.bannerhealth.com/services/concussion" TargetMode="External"/><Relationship Id="rId18" Type="http://schemas.openxmlformats.org/officeDocument/2006/relationships/hyperlink" Target="https://www.bannerhealth.com/services/emergency" TargetMode="External"/><Relationship Id="rId39" Type="http://schemas.openxmlformats.org/officeDocument/2006/relationships/hyperlink" Target="https://www.bannerhealth.com/services/neurosurgery"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zcentral.com/story/news/local/arizona-health/2021/07/20/banner-health-requiring-covid-19-vaccine-employees/8031756002/"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8" Type="http://schemas.openxmlformats.org/officeDocument/2006/relationships/hyperlink" Target="https://www.bannerhealthfoundation.org/about/mission-and-vision#:~:text=Headquartered%20in%20Phoenix%2C%20Arizona%2C%20Banner" TargetMode="External"/><Relationship Id="rId3" Type="http://schemas.openxmlformats.org/officeDocument/2006/relationships/hyperlink" Target="https://www.ahrq.gov/sops/about/patient-safety-culture.html" TargetMode="External"/><Relationship Id="rId7" Type="http://schemas.openxmlformats.org/officeDocument/2006/relationships/hyperlink" Target="http://Www.bannerhealthfoundation.org" TargetMode="External"/><Relationship Id="rId12" Type="http://schemas.openxmlformats.org/officeDocument/2006/relationships/hyperlink" Target="https://www.bannerhealth.com/-/media/files/project/bh/chna-" TargetMode="External"/><Relationship Id="rId2" Type="http://schemas.openxmlformats.org/officeDocument/2006/relationships/hyperlink" Target="http://Www.ahrq.gov" TargetMode="External"/><Relationship Id="rId1" Type="http://schemas.openxmlformats.org/officeDocument/2006/relationships/slideLayout" Target="../slideLayouts/slideLayout2.xml"/><Relationship Id="rId6" Type="http://schemas.openxmlformats.org/officeDocument/2006/relationships/hyperlink" Target="https://bibliu.com/app/#/view/books/1000000000587/epub/Chapter4.html#page_91" TargetMode="External"/><Relationship Id="rId11" Type="http://schemas.openxmlformats.org/officeDocument/2006/relationships/hyperlink" Target="https://www.bannerhealth.com/services/service-listing" TargetMode="External"/><Relationship Id="rId5" Type="http://schemas.openxmlformats.org/officeDocument/2006/relationships/hyperlink" Target="https://www.bannerhealth.com/about/glance" TargetMode="External"/><Relationship Id="rId10" Type="http://schemas.openxmlformats.org/officeDocument/2006/relationships/hyperlink" Target="http://Www.bannerhealth.com" TargetMode="External"/><Relationship Id="rId4" Type="http://schemas.openxmlformats.org/officeDocument/2006/relationships/hyperlink" Target="http://www.bannerhealth.com/" TargetMode="External"/><Relationship Id="rId9" Type="http://schemas.openxmlformats.org/officeDocument/2006/relationships/hyperlink" Target="https://courses.lumenlearning.com/suny-delhi-professionalnursing/chapter/interprofessional-collabo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striped heart&#10;&#10;Description automatically generated">
            <a:extLst>
              <a:ext uri="{FF2B5EF4-FFF2-40B4-BE49-F238E27FC236}">
                <a16:creationId xmlns:a16="http://schemas.microsoft.com/office/drawing/2014/main" id="{B82EADC9-DE91-46B1-8542-B2E804E790D6}"/>
              </a:ext>
            </a:extLst>
          </p:cNvPr>
          <p:cNvPicPr>
            <a:picLocks noChangeAspect="1"/>
          </p:cNvPicPr>
          <p:nvPr/>
        </p:nvPicPr>
        <p:blipFill>
          <a:blip r:embed="rId2"/>
          <a:stretch>
            <a:fillRect/>
          </a:stretch>
        </p:blipFill>
        <p:spPr>
          <a:xfrm>
            <a:off x="1031239" y="1254496"/>
            <a:ext cx="3775459" cy="3445105"/>
          </a:xfrm>
          <a:prstGeom prst="rect">
            <a:avLst/>
          </a:prstGeom>
        </p:spPr>
      </p:pic>
      <p:sp>
        <p:nvSpPr>
          <p:cNvPr id="2" name="Title 1">
            <a:extLst>
              <a:ext uri="{FF2B5EF4-FFF2-40B4-BE49-F238E27FC236}">
                <a16:creationId xmlns:a16="http://schemas.microsoft.com/office/drawing/2014/main" id="{6FB4585B-7DE3-27A5-A1E1-7CD29EE41501}"/>
              </a:ext>
            </a:extLst>
          </p:cNvPr>
          <p:cNvSpPr>
            <a:spLocks noGrp="1"/>
          </p:cNvSpPr>
          <p:nvPr>
            <p:ph type="ctrTitle"/>
          </p:nvPr>
        </p:nvSpPr>
        <p:spPr>
          <a:xfrm>
            <a:off x="5775961" y="962526"/>
            <a:ext cx="5384800" cy="3210689"/>
          </a:xfrm>
        </p:spPr>
        <p:txBody>
          <a:bodyPr anchor="b">
            <a:normAutofit/>
          </a:bodyPr>
          <a:lstStyle/>
          <a:p>
            <a:pPr algn="l"/>
            <a:r>
              <a:rPr lang="en-US" sz="7200"/>
              <a:t>Banner Health Evaluation</a:t>
            </a:r>
          </a:p>
        </p:txBody>
      </p:sp>
      <p:sp>
        <p:nvSpPr>
          <p:cNvPr id="3" name="Subtitle 2">
            <a:extLst>
              <a:ext uri="{FF2B5EF4-FFF2-40B4-BE49-F238E27FC236}">
                <a16:creationId xmlns:a16="http://schemas.microsoft.com/office/drawing/2014/main" id="{4E3F5564-371A-8A61-5F97-1B5E06A61C45}"/>
              </a:ext>
            </a:extLst>
          </p:cNvPr>
          <p:cNvSpPr>
            <a:spLocks noGrp="1"/>
          </p:cNvSpPr>
          <p:nvPr>
            <p:ph type="subTitle" idx="1"/>
          </p:nvPr>
        </p:nvSpPr>
        <p:spPr>
          <a:xfrm>
            <a:off x="5775961" y="4269462"/>
            <a:ext cx="4048760" cy="1095017"/>
          </a:xfrm>
        </p:spPr>
        <p:txBody>
          <a:bodyPr anchor="t">
            <a:normAutofit/>
          </a:bodyPr>
          <a:lstStyle/>
          <a:p>
            <a:pPr algn="l"/>
            <a:r>
              <a:rPr lang="en-US" sz="2000">
                <a:latin typeface="Calibri Light"/>
                <a:cs typeface="Calibri Light"/>
              </a:rPr>
              <a:t>By: Kevin Nguyen, Denise Alvarez, Sandra Ochoa, Sarah Gavaldon</a:t>
            </a:r>
          </a:p>
        </p:txBody>
      </p:sp>
      <p:sp>
        <p:nvSpPr>
          <p:cNvPr id="5" name="TextBox 4">
            <a:extLst>
              <a:ext uri="{FF2B5EF4-FFF2-40B4-BE49-F238E27FC236}">
                <a16:creationId xmlns:a16="http://schemas.microsoft.com/office/drawing/2014/main" id="{FA5DF198-ACB8-9187-2209-A905EC6B09FA}"/>
              </a:ext>
            </a:extLst>
          </p:cNvPr>
          <p:cNvSpPr txBox="1"/>
          <p:nvPr/>
        </p:nvSpPr>
        <p:spPr>
          <a:xfrm>
            <a:off x="590826" y="5632173"/>
            <a:ext cx="452230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ea typeface="+mn-lt"/>
                <a:cs typeface="+mn-lt"/>
              </a:rPr>
              <a:t>Photo from:</a:t>
            </a:r>
            <a:r>
              <a:rPr lang="en-US" sz="800" i="1">
                <a:ea typeface="+mn-lt"/>
                <a:cs typeface="+mn-lt"/>
              </a:rPr>
              <a:t> banner health - Google Search</a:t>
            </a:r>
            <a:r>
              <a:rPr lang="en-US" sz="800">
                <a:ea typeface="+mn-lt"/>
                <a:cs typeface="+mn-lt"/>
              </a:rPr>
              <a:t>. (n.d.). </a:t>
            </a:r>
            <a:r>
              <a:rPr lang="en-US" sz="800">
                <a:ea typeface="+mn-lt"/>
                <a:cs typeface="+mn-lt"/>
                <a:hlinkClick r:id="rId3"/>
              </a:rPr>
              <a:t>Www.google.com</a:t>
            </a:r>
            <a:r>
              <a:rPr lang="en-US" sz="800">
                <a:ea typeface="+mn-lt"/>
                <a:cs typeface="+mn-lt"/>
              </a:rPr>
              <a:t>. Retrieved December 8, 2023, from </a:t>
            </a:r>
            <a:r>
              <a:rPr lang="en-US" sz="800">
                <a:ea typeface="+mn-lt"/>
                <a:cs typeface="+mn-lt"/>
                <a:hlinkClick r:id="rId4"/>
              </a:rPr>
              <a:t>https://www.google.com/search?sca_esv=588873340&amp;q=banner+health&amp;tbm=isch&amp;source=lnms&amp;sa=X&amp;sqi=2&amp;ved=2ahUKEwiKu5mv3v6CAxXWhe4BHcLrDSQQ0pQJegQIDBAB&amp;biw=692&amp;bih=715&amp;dpr=2#imgrc=E0M3hQvwuaOXlM</a:t>
            </a:r>
            <a:endParaRPr lang="en-US" sz="800">
              <a:cs typeface="Calibri"/>
            </a:endParaRPr>
          </a:p>
          <a:p>
            <a:r>
              <a:rPr lang="en-US" sz="800">
                <a:ea typeface="+mn-lt"/>
                <a:cs typeface="+mn-lt"/>
              </a:rPr>
              <a:t>‌</a:t>
            </a:r>
            <a:endParaRPr lang="en-US" sz="800">
              <a:cs typeface="Calibri"/>
            </a:endParaRPr>
          </a:p>
          <a:p>
            <a:pPr algn="l"/>
            <a:endParaRPr lang="en-US" sz="800">
              <a:cs typeface="Calibri"/>
            </a:endParaRPr>
          </a:p>
        </p:txBody>
      </p:sp>
    </p:spTree>
    <p:extLst>
      <p:ext uri="{BB962C8B-B14F-4D97-AF65-F5344CB8AC3E}">
        <p14:creationId xmlns:p14="http://schemas.microsoft.com/office/powerpoint/2010/main" val="3811886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A6D6-9FA5-092E-858F-60F14D0E533A}"/>
              </a:ext>
            </a:extLst>
          </p:cNvPr>
          <p:cNvSpPr>
            <a:spLocks noGrp="1"/>
          </p:cNvSpPr>
          <p:nvPr>
            <p:ph type="title"/>
          </p:nvPr>
        </p:nvSpPr>
        <p:spPr>
          <a:xfrm>
            <a:off x="595243" y="376168"/>
            <a:ext cx="11189251" cy="1336606"/>
          </a:xfrm>
        </p:spPr>
        <p:txBody>
          <a:bodyPr>
            <a:normAutofit/>
          </a:bodyPr>
          <a:lstStyle/>
          <a:p>
            <a:r>
              <a:rPr lang="en-US" sz="3400">
                <a:cs typeface="Calibri Light"/>
              </a:rPr>
              <a:t>Banner Health's Mission, Vision, Values, and Geographic Areas</a:t>
            </a:r>
            <a:endParaRPr lang="en-US" sz="3400"/>
          </a:p>
        </p:txBody>
      </p:sp>
      <p:sp>
        <p:nvSpPr>
          <p:cNvPr id="3" name="Content Placeholder 2">
            <a:extLst>
              <a:ext uri="{FF2B5EF4-FFF2-40B4-BE49-F238E27FC236}">
                <a16:creationId xmlns:a16="http://schemas.microsoft.com/office/drawing/2014/main" id="{801207A6-DE7A-EFE0-72C2-0B1244463724}"/>
              </a:ext>
            </a:extLst>
          </p:cNvPr>
          <p:cNvSpPr>
            <a:spLocks noGrp="1"/>
          </p:cNvSpPr>
          <p:nvPr>
            <p:ph idx="1"/>
          </p:nvPr>
        </p:nvSpPr>
        <p:spPr>
          <a:xfrm>
            <a:off x="589722" y="1648930"/>
            <a:ext cx="11327295" cy="4842772"/>
          </a:xfrm>
        </p:spPr>
        <p:txBody>
          <a:bodyPr vert="horz" lIns="91440" tIns="45720" rIns="91440" bIns="45720" rtlCol="0" anchor="t">
            <a:normAutofit/>
          </a:bodyPr>
          <a:lstStyle/>
          <a:p>
            <a:pPr marL="342900" indent="-342900"/>
            <a:r>
              <a:rPr lang="en-US" sz="2000">
                <a:latin typeface="Calibri"/>
                <a:cs typeface="Times New Roman"/>
              </a:rPr>
              <a:t>Mission</a:t>
            </a:r>
          </a:p>
          <a:p>
            <a:pPr lvl="1">
              <a:buFont typeface="Courier New" panose="020B0604020202020204" pitchFamily="34" charset="0"/>
              <a:buChar char="o"/>
            </a:pPr>
            <a:r>
              <a:rPr lang="en-US" sz="1600">
                <a:latin typeface="Calibri"/>
                <a:ea typeface="+mn-lt"/>
                <a:cs typeface="+mn-lt"/>
              </a:rPr>
              <a:t>"As the leading nonprofit provider of health care in every community we serve, Banner Health is deeply committed to our mission: Making health car easier, so life can be better" (BHF).</a:t>
            </a:r>
          </a:p>
          <a:p>
            <a:r>
              <a:rPr lang="en-US" sz="2000">
                <a:latin typeface="Calibri"/>
                <a:cs typeface="Times New Roman"/>
              </a:rPr>
              <a:t>Vision</a:t>
            </a:r>
          </a:p>
          <a:p>
            <a:pPr lvl="1">
              <a:buFont typeface="Courier New" panose="020B0604020202020204" pitchFamily="34" charset="0"/>
              <a:buChar char="o"/>
            </a:pPr>
            <a:r>
              <a:rPr lang="en-US" sz="1600">
                <a:latin typeface="Calibri"/>
                <a:ea typeface="+mn-lt"/>
                <a:cs typeface="+mn-lt"/>
              </a:rPr>
              <a:t>"We will be a national leader recognized for clinical excellence and innovation, preferred for a highly coordinated patient experience, and distinguished by the quality of our people" (BHF).</a:t>
            </a:r>
            <a:endParaRPr lang="en-US" sz="1600">
              <a:latin typeface="Calibri"/>
              <a:cs typeface="Times New Roman"/>
            </a:endParaRPr>
          </a:p>
          <a:p>
            <a:r>
              <a:rPr lang="en-US" sz="2000">
                <a:latin typeface="Calibri"/>
                <a:cs typeface="Times New Roman"/>
              </a:rPr>
              <a:t>Values</a:t>
            </a:r>
            <a:endParaRPr lang="en-US" sz="2000">
              <a:ea typeface="+mn-lt"/>
              <a:cs typeface="Times New Roman"/>
            </a:endParaRPr>
          </a:p>
          <a:p>
            <a:pPr lvl="1">
              <a:buFont typeface="Courier New" panose="020B0604020202020204" pitchFamily="34" charset="0"/>
              <a:buChar char="o"/>
            </a:pPr>
            <a:r>
              <a:rPr lang="en-US" sz="1600">
                <a:ea typeface="+mn-lt"/>
                <a:cs typeface="+mn-lt"/>
              </a:rPr>
              <a:t>"People above all... by treating those we serve and each other with compassion, dignity and respect. </a:t>
            </a:r>
            <a:endParaRPr lang="en-US" sz="1600">
              <a:ea typeface="+mn-lt"/>
              <a:cs typeface="Times New Roman"/>
            </a:endParaRPr>
          </a:p>
          <a:p>
            <a:pPr lvl="1">
              <a:buFont typeface="Courier New" panose="020B0604020202020204" pitchFamily="34" charset="0"/>
              <a:buChar char="o"/>
            </a:pPr>
            <a:r>
              <a:rPr lang="en-US" sz="1600">
                <a:ea typeface="+mn-lt"/>
                <a:cs typeface="+mn-lt"/>
              </a:rPr>
              <a:t>Excellence... by acting with integrity and striving for the highest quality care and service</a:t>
            </a:r>
            <a:endParaRPr lang="en-US" sz="1600">
              <a:ea typeface="+mn-lt"/>
              <a:cs typeface="Times New Roman"/>
            </a:endParaRPr>
          </a:p>
          <a:p>
            <a:pPr lvl="1">
              <a:buFont typeface="Courier New" panose="020B0604020202020204" pitchFamily="34" charset="0"/>
              <a:buChar char="o"/>
            </a:pPr>
            <a:r>
              <a:rPr lang="en-US" sz="1600">
                <a:ea typeface="+mn-lt"/>
                <a:cs typeface="+mn-lt"/>
              </a:rPr>
              <a:t>Results... by exceeding the expectations of the people we serve and those we set for ourselves" (BHF)</a:t>
            </a:r>
            <a:endParaRPr lang="en-US" sz="1600">
              <a:latin typeface="Calibri"/>
              <a:cs typeface="Times New Roman"/>
            </a:endParaRPr>
          </a:p>
          <a:p>
            <a:r>
              <a:rPr lang="en-US" sz="2000">
                <a:latin typeface="Calibri"/>
                <a:cs typeface="Times New Roman"/>
              </a:rPr>
              <a:t> Geographic areas Banner serves</a:t>
            </a:r>
            <a:endParaRPr lang="en-US" sz="2000">
              <a:latin typeface="Calibri"/>
              <a:cs typeface="Calibri"/>
            </a:endParaRPr>
          </a:p>
          <a:p>
            <a:pPr lvl="1">
              <a:buFont typeface="Courier New" panose="020B0604020202020204" pitchFamily="34" charset="0"/>
              <a:buChar char="o"/>
            </a:pPr>
            <a:r>
              <a:rPr lang="en-US" sz="1600">
                <a:latin typeface="Calibri"/>
                <a:ea typeface="+mn-lt"/>
                <a:cs typeface="+mn-lt"/>
              </a:rPr>
              <a:t>Thirty acute-care hospitals + many other health care entities and teaching hospitals (BHF)</a:t>
            </a:r>
            <a:endParaRPr lang="en-US" sz="1600">
              <a:latin typeface="Calibri"/>
              <a:cs typeface="Calibri"/>
            </a:endParaRPr>
          </a:p>
          <a:p>
            <a:pPr lvl="1">
              <a:buFont typeface="Courier New" panose="020B0604020202020204" pitchFamily="34" charset="0"/>
              <a:buChar char="o"/>
            </a:pPr>
            <a:r>
              <a:rPr lang="en-US" sz="1600">
                <a:latin typeface="Calibri"/>
                <a:ea typeface="+mn-lt"/>
                <a:cs typeface="+mn-lt"/>
              </a:rPr>
              <a:t>Banner is in six states: Arizona, California, Colorado, Nebraska, Nevada and Wyoming (BHF)</a:t>
            </a:r>
            <a:endParaRPr lang="en-US" sz="1600">
              <a:latin typeface="Calibri"/>
              <a:cs typeface="Calibri"/>
            </a:endParaRPr>
          </a:p>
          <a:p>
            <a:pPr lvl="1">
              <a:buFont typeface="Courier New" panose="020B0604020202020204" pitchFamily="34" charset="0"/>
              <a:buChar char="o"/>
            </a:pPr>
            <a:r>
              <a:rPr lang="en-US" sz="1600">
                <a:latin typeface="Calibri"/>
                <a:cs typeface="Calibri"/>
              </a:rPr>
              <a:t>Headquarters address: </a:t>
            </a:r>
            <a:r>
              <a:rPr lang="en-US" sz="1600">
                <a:latin typeface="Calibri"/>
                <a:ea typeface="+mn-lt"/>
                <a:cs typeface="+mn-lt"/>
              </a:rPr>
              <a:t>2901 North Central Ave., Phoenix, Arizona 85012 (BHF)</a:t>
            </a:r>
            <a:endParaRPr lang="en-US" sz="1600">
              <a:latin typeface="Calibri"/>
              <a:cs typeface="Calibri"/>
            </a:endParaRPr>
          </a:p>
          <a:p>
            <a:endParaRPr lang="en-US" sz="1400">
              <a:solidFill>
                <a:srgbClr val="75787B"/>
              </a:solidFill>
              <a:latin typeface="Calibri"/>
              <a:cs typeface="Calibri"/>
            </a:endParaRPr>
          </a:p>
          <a:p>
            <a:pPr lvl="1">
              <a:buFont typeface="Courier New" panose="020B0604020202020204" pitchFamily="34" charset="0"/>
              <a:buChar char="o"/>
            </a:pPr>
            <a:endParaRPr lang="en-US" sz="1600">
              <a:solidFill>
                <a:srgbClr val="212121"/>
              </a:solidFill>
              <a:latin typeface="Times New Roman"/>
              <a:cs typeface="Times New Roman"/>
            </a:endParaRPr>
          </a:p>
          <a:p>
            <a:pPr lvl="1">
              <a:buFont typeface="Courier New" panose="020B0604020202020204" pitchFamily="34" charset="0"/>
              <a:buChar char="o"/>
            </a:pPr>
            <a:endParaRPr lang="en-US" sz="1600">
              <a:solidFill>
                <a:srgbClr val="212121"/>
              </a:solidFill>
              <a:latin typeface="Times New Roman"/>
              <a:cs typeface="Times New Roman"/>
            </a:endParaRPr>
          </a:p>
          <a:p>
            <a:pPr marL="457200" lvl="1" indent="0">
              <a:buNone/>
            </a:pPr>
            <a:endParaRPr lang="en-US" sz="1600">
              <a:solidFill>
                <a:srgbClr val="212121"/>
              </a:solidFill>
              <a:latin typeface="Times New Roman"/>
              <a:cs typeface="Times New Roman"/>
            </a:endParaRPr>
          </a:p>
          <a:p>
            <a:pPr lvl="1">
              <a:buFont typeface="Courier New" panose="020B0604020202020204" pitchFamily="34" charset="0"/>
              <a:buChar char="o"/>
            </a:pPr>
            <a:endParaRPr lang="en-US" sz="2000">
              <a:solidFill>
                <a:srgbClr val="212121"/>
              </a:solidFill>
              <a:latin typeface="Times New Roman"/>
              <a:cs typeface="Times New Roman"/>
            </a:endParaRPr>
          </a:p>
        </p:txBody>
      </p:sp>
    </p:spTree>
    <p:extLst>
      <p:ext uri="{BB962C8B-B14F-4D97-AF65-F5344CB8AC3E}">
        <p14:creationId xmlns:p14="http://schemas.microsoft.com/office/powerpoint/2010/main" val="3528857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B000-3336-64ED-EABD-108B1DA7BA65}"/>
              </a:ext>
            </a:extLst>
          </p:cNvPr>
          <p:cNvSpPr>
            <a:spLocks noGrp="1"/>
          </p:cNvSpPr>
          <p:nvPr>
            <p:ph type="title"/>
          </p:nvPr>
        </p:nvSpPr>
        <p:spPr>
          <a:xfrm>
            <a:off x="418548" y="100082"/>
            <a:ext cx="9113079" cy="872781"/>
          </a:xfrm>
        </p:spPr>
        <p:txBody>
          <a:bodyPr/>
          <a:lstStyle/>
          <a:p>
            <a:pPr>
              <a:spcBef>
                <a:spcPts val="1000"/>
              </a:spcBef>
            </a:pPr>
            <a:r>
              <a:rPr lang="en-US" sz="4000">
                <a:solidFill>
                  <a:srgbClr val="212121"/>
                </a:solidFill>
                <a:latin typeface="Calibri Light"/>
                <a:cs typeface="Times New Roman"/>
              </a:rPr>
              <a:t>Types of Services That Banner Provides </a:t>
            </a:r>
          </a:p>
          <a:p>
            <a:pPr lvl="1" algn="l">
              <a:lnSpc>
                <a:spcPct val="90000"/>
              </a:lnSpc>
              <a:spcBef>
                <a:spcPts val="500"/>
              </a:spcBef>
            </a:pPr>
            <a:endParaRPr lang="en-US" sz="1600" kern="1200">
              <a:solidFill>
                <a:srgbClr val="212121"/>
              </a:solidFill>
              <a:latin typeface="Times New Roman"/>
              <a:cs typeface="Times New Roman"/>
            </a:endParaRPr>
          </a:p>
        </p:txBody>
      </p:sp>
      <p:sp>
        <p:nvSpPr>
          <p:cNvPr id="3" name="Content Placeholder 2">
            <a:extLst>
              <a:ext uri="{FF2B5EF4-FFF2-40B4-BE49-F238E27FC236}">
                <a16:creationId xmlns:a16="http://schemas.microsoft.com/office/drawing/2014/main" id="{3DD4B678-F0BF-DB7E-6466-BD53C5669C06}"/>
              </a:ext>
            </a:extLst>
          </p:cNvPr>
          <p:cNvSpPr>
            <a:spLocks noGrp="1"/>
          </p:cNvSpPr>
          <p:nvPr>
            <p:ph idx="1"/>
          </p:nvPr>
        </p:nvSpPr>
        <p:spPr>
          <a:xfrm>
            <a:off x="416671" y="1037143"/>
            <a:ext cx="3221383" cy="5154990"/>
          </a:xfrm>
        </p:spPr>
        <p:txBody>
          <a:bodyPr vert="horz" lIns="91440" tIns="45720" rIns="91440" bIns="45720" rtlCol="0" anchor="t">
            <a:noAutofit/>
          </a:bodyPr>
          <a:lstStyle/>
          <a:p>
            <a:pPr marL="285750" indent="-285750">
              <a:lnSpc>
                <a:spcPct val="100000"/>
              </a:lnSpc>
              <a:spcBef>
                <a:spcPts val="0"/>
              </a:spcBef>
              <a:buFont typeface="Arial,Sans-Serif" panose="020B0604020202020204" pitchFamily="34" charset="0"/>
            </a:pPr>
            <a:r>
              <a:rPr lang="en-US" sz="1400">
                <a:latin typeface="Calibri Light"/>
                <a:cs typeface="Arial"/>
                <a:hlinkClick r:id="rId2">
                  <a:extLst>
                    <a:ext uri="{A12FA001-AC4F-418D-AE19-62706E023703}">
                      <ahyp:hlinkClr xmlns:ahyp="http://schemas.microsoft.com/office/drawing/2018/hyperlinkcolor" val="tx"/>
                    </a:ext>
                  </a:extLst>
                </a:hlinkClick>
              </a:rPr>
              <a:t>Academic Medicine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3">
                  <a:extLst>
                    <a:ext uri="{A12FA001-AC4F-418D-AE19-62706E023703}">
                      <ahyp:hlinkClr xmlns:ahyp="http://schemas.microsoft.com/office/drawing/2018/hyperlinkcolor" val="tx"/>
                    </a:ext>
                  </a:extLst>
                </a:hlinkClick>
              </a:rPr>
              <a:t>Allergy &amp; Immunology</a:t>
            </a:r>
            <a:r>
              <a:rPr lang="en-US" sz="1400">
                <a:solidFill>
                  <a:srgbClr val="75787B"/>
                </a:solidFill>
                <a:latin typeface="Calibri Light"/>
                <a:cs typeface="Arial"/>
              </a:rPr>
              <a:t> </a:t>
            </a:r>
          </a:p>
          <a:p>
            <a:pPr marL="285750" indent="-285750">
              <a:lnSpc>
                <a:spcPct val="100000"/>
              </a:lnSpc>
              <a:spcBef>
                <a:spcPts val="0"/>
              </a:spcBef>
              <a:buFont typeface="Arial,Sans-Serif" panose="020B0604020202020204" pitchFamily="34" charset="0"/>
            </a:pPr>
            <a:r>
              <a:rPr lang="en-US" sz="1400">
                <a:latin typeface="Calibri Light"/>
                <a:cs typeface="Arial"/>
                <a:hlinkClick r:id="rId4">
                  <a:extLst>
                    <a:ext uri="{A12FA001-AC4F-418D-AE19-62706E023703}">
                      <ahyp:hlinkClr xmlns:ahyp="http://schemas.microsoft.com/office/drawing/2018/hyperlinkcolor" val="tx"/>
                    </a:ext>
                  </a:extLst>
                </a:hlinkClick>
              </a:rPr>
              <a:t>Alzheimer's Disease &amp; Dementia</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5">
                  <a:extLst>
                    <a:ext uri="{A12FA001-AC4F-418D-AE19-62706E023703}">
                      <ahyp:hlinkClr xmlns:ahyp="http://schemas.microsoft.com/office/drawing/2018/hyperlinkcolor" val="tx"/>
                    </a:ext>
                  </a:extLst>
                </a:hlinkClick>
              </a:rPr>
              <a:t>Asthma</a:t>
            </a:r>
            <a:r>
              <a:rPr lang="en-US" sz="1400">
                <a:solidFill>
                  <a:srgbClr val="75787B"/>
                </a:solidFill>
                <a:latin typeface="Calibri Light"/>
                <a:cs typeface="Arial"/>
              </a:rPr>
              <a:t> </a:t>
            </a:r>
          </a:p>
          <a:p>
            <a:pPr marL="285750" indent="-285750">
              <a:lnSpc>
                <a:spcPct val="100000"/>
              </a:lnSpc>
              <a:spcBef>
                <a:spcPts val="0"/>
              </a:spcBef>
              <a:buFont typeface="Arial,Sans-Serif" panose="020B0604020202020204" pitchFamily="34" charset="0"/>
            </a:pPr>
            <a:r>
              <a:rPr lang="en-US" sz="1400">
                <a:latin typeface="Calibri Light"/>
                <a:cs typeface="Arial"/>
                <a:hlinkClick r:id="rId6">
                  <a:extLst>
                    <a:ext uri="{A12FA001-AC4F-418D-AE19-62706E023703}">
                      <ahyp:hlinkClr xmlns:ahyp="http://schemas.microsoft.com/office/drawing/2018/hyperlinkcolor" val="tx"/>
                    </a:ext>
                  </a:extLst>
                </a:hlinkClick>
              </a:rPr>
              <a:t>Audiology</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7">
                  <a:extLst>
                    <a:ext uri="{A12FA001-AC4F-418D-AE19-62706E023703}">
                      <ahyp:hlinkClr xmlns:ahyp="http://schemas.microsoft.com/office/drawing/2018/hyperlinkcolor" val="tx"/>
                    </a:ext>
                  </a:extLst>
                </a:hlinkClick>
              </a:rPr>
              <a:t>Banner Brain &amp; Spine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8">
                  <a:extLst>
                    <a:ext uri="{A12FA001-AC4F-418D-AE19-62706E023703}">
                      <ahyp:hlinkClr xmlns:ahyp="http://schemas.microsoft.com/office/drawing/2018/hyperlinkcolor" val="tx"/>
                    </a:ext>
                  </a:extLst>
                </a:hlinkClick>
              </a:rPr>
              <a:t>Bariatric &amp; Weight Loss Surgery</a:t>
            </a:r>
            <a:r>
              <a:rPr lang="en-US" sz="1400">
                <a:solidFill>
                  <a:srgbClr val="75787B"/>
                </a:solidFill>
                <a:latin typeface="Calibri Light"/>
                <a:cs typeface="Arial"/>
              </a:rPr>
              <a:t> </a:t>
            </a:r>
          </a:p>
          <a:p>
            <a:pPr marL="285750" indent="-285750">
              <a:lnSpc>
                <a:spcPct val="100000"/>
              </a:lnSpc>
              <a:spcBef>
                <a:spcPts val="0"/>
              </a:spcBef>
              <a:buFont typeface="Arial,Sans-Serif" panose="020B0604020202020204" pitchFamily="34" charset="0"/>
            </a:pPr>
            <a:r>
              <a:rPr lang="en-US" sz="1400">
                <a:latin typeface="Calibri Light"/>
                <a:cs typeface="Arial"/>
                <a:hlinkClick r:id="rId9">
                  <a:extLst>
                    <a:ext uri="{A12FA001-AC4F-418D-AE19-62706E023703}">
                      <ahyp:hlinkClr xmlns:ahyp="http://schemas.microsoft.com/office/drawing/2018/hyperlinkcolor" val="tx"/>
                    </a:ext>
                  </a:extLst>
                </a:hlinkClick>
              </a:rPr>
              <a:t>Behavioral &amp; Mental Health</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0">
                  <a:extLst>
                    <a:ext uri="{A12FA001-AC4F-418D-AE19-62706E023703}">
                      <ahyp:hlinkClr xmlns:ahyp="http://schemas.microsoft.com/office/drawing/2018/hyperlinkcolor" val="tx"/>
                    </a:ext>
                  </a:extLst>
                </a:hlinkClick>
              </a:rPr>
              <a:t>Burn Care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1">
                  <a:extLst>
                    <a:ext uri="{A12FA001-AC4F-418D-AE19-62706E023703}">
                      <ahyp:hlinkClr xmlns:ahyp="http://schemas.microsoft.com/office/drawing/2018/hyperlinkcolor" val="tx"/>
                    </a:ext>
                  </a:extLst>
                </a:hlinkClick>
              </a:rPr>
              <a:t>Cancer</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2">
                  <a:extLst>
                    <a:ext uri="{A12FA001-AC4F-418D-AE19-62706E023703}">
                      <ahyp:hlinkClr xmlns:ahyp="http://schemas.microsoft.com/office/drawing/2018/hyperlinkcolor" val="tx"/>
                    </a:ext>
                  </a:extLst>
                </a:hlinkClick>
              </a:rPr>
              <a:t>Concierge Medicine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3">
                  <a:extLst>
                    <a:ext uri="{A12FA001-AC4F-418D-AE19-62706E023703}">
                      <ahyp:hlinkClr xmlns:ahyp="http://schemas.microsoft.com/office/drawing/2018/hyperlinkcolor" val="tx"/>
                    </a:ext>
                  </a:extLst>
                </a:hlinkClick>
              </a:rPr>
              <a:t>Concussion</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4">
                  <a:extLst>
                    <a:ext uri="{A12FA001-AC4F-418D-AE19-62706E023703}">
                      <ahyp:hlinkClr xmlns:ahyp="http://schemas.microsoft.com/office/drawing/2018/hyperlinkcolor" val="tx"/>
                    </a:ext>
                  </a:extLst>
                </a:hlinkClick>
              </a:rPr>
              <a:t>Critical Care Medicine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5">
                  <a:extLst>
                    <a:ext uri="{A12FA001-AC4F-418D-AE19-62706E023703}">
                      <ahyp:hlinkClr xmlns:ahyp="http://schemas.microsoft.com/office/drawing/2018/hyperlinkcolor" val="tx"/>
                    </a:ext>
                  </a:extLst>
                </a:hlinkClick>
              </a:rPr>
              <a:t>Dermatology</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6">
                  <a:extLst>
                    <a:ext uri="{A12FA001-AC4F-418D-AE19-62706E023703}">
                      <ahyp:hlinkClr xmlns:ahyp="http://schemas.microsoft.com/office/drawing/2018/hyperlinkcolor" val="tx"/>
                    </a:ext>
                  </a:extLst>
                </a:hlinkClick>
              </a:rPr>
              <a:t>Diabetes</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7">
                  <a:extLst>
                    <a:ext uri="{A12FA001-AC4F-418D-AE19-62706E023703}">
                      <ahyp:hlinkClr xmlns:ahyp="http://schemas.microsoft.com/office/drawing/2018/hyperlinkcolor" val="tx"/>
                    </a:ext>
                  </a:extLst>
                </a:hlinkClick>
              </a:rPr>
              <a:t>Doctors &amp; Specialists</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6">
                  <a:extLst>
                    <a:ext uri="{A12FA001-AC4F-418D-AE19-62706E023703}">
                      <ahyp:hlinkClr xmlns:ahyp="http://schemas.microsoft.com/office/drawing/2018/hyperlinkcolor" val="tx"/>
                    </a:ext>
                  </a:extLst>
                </a:hlinkClick>
              </a:rPr>
              <a:t>Ear, Nose &amp; Throat</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8">
                  <a:extLst>
                    <a:ext uri="{A12FA001-AC4F-418D-AE19-62706E023703}">
                      <ahyp:hlinkClr xmlns:ahyp="http://schemas.microsoft.com/office/drawing/2018/hyperlinkcolor" val="tx"/>
                    </a:ext>
                  </a:extLst>
                </a:hlinkClick>
              </a:rPr>
              <a:t>Emergency</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19">
                  <a:extLst>
                    <a:ext uri="{A12FA001-AC4F-418D-AE19-62706E023703}">
                      <ahyp:hlinkClr xmlns:ahyp="http://schemas.microsoft.com/office/drawing/2018/hyperlinkcolor" val="tx"/>
                    </a:ext>
                  </a:extLst>
                </a:hlinkClick>
              </a:rPr>
              <a:t>Endocrinology</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20">
                  <a:extLst>
                    <a:ext uri="{A12FA001-AC4F-418D-AE19-62706E023703}">
                      <ahyp:hlinkClr xmlns:ahyp="http://schemas.microsoft.com/office/drawing/2018/hyperlinkcolor" val="tx"/>
                    </a:ext>
                  </a:extLst>
                </a:hlinkClick>
              </a:rPr>
              <a:t>Endoscopy</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a:latin typeface="Calibri Light"/>
                <a:cs typeface="Arial"/>
                <a:hlinkClick r:id="rId21">
                  <a:extLst>
                    <a:ext uri="{A12FA001-AC4F-418D-AE19-62706E023703}">
                      <ahyp:hlinkClr xmlns:ahyp="http://schemas.microsoft.com/office/drawing/2018/hyperlinkcolor" val="tx"/>
                    </a:ext>
                  </a:extLst>
                </a:hlinkClick>
              </a:rPr>
              <a:t>Eye Care</a:t>
            </a:r>
            <a:endParaRPr lang="en-US" sz="1400">
              <a:latin typeface="Calibri Light"/>
              <a:cs typeface="Arial"/>
            </a:endParaRPr>
          </a:p>
          <a:p>
            <a:pPr marL="285750" indent="-285750">
              <a:lnSpc>
                <a:spcPct val="100000"/>
              </a:lnSpc>
              <a:spcBef>
                <a:spcPts val="0"/>
              </a:spcBef>
              <a:buFont typeface="Arial,Sans-Serif" panose="020B0604020202020204" pitchFamily="34" charset="0"/>
            </a:pPr>
            <a:r>
              <a:rPr lang="en-US" sz="1400" u="sng">
                <a:latin typeface="Calibri Light"/>
                <a:cs typeface="Arial"/>
              </a:rPr>
              <a:t>Family Medicine</a:t>
            </a:r>
          </a:p>
          <a:p>
            <a:pPr marL="285750" indent="-285750">
              <a:lnSpc>
                <a:spcPct val="100000"/>
              </a:lnSpc>
              <a:spcBef>
                <a:spcPts val="0"/>
              </a:spcBef>
              <a:buFont typeface="Arial,Sans-Serif" panose="020B0604020202020204" pitchFamily="34" charset="0"/>
            </a:pPr>
            <a:r>
              <a:rPr lang="en-US" sz="1400">
                <a:latin typeface="Calibri Light"/>
                <a:cs typeface="Arial"/>
                <a:hlinkClick r:id="rId22">
                  <a:extLst>
                    <a:ext uri="{A12FA001-AC4F-418D-AE19-62706E023703}">
                      <ahyp:hlinkClr xmlns:ahyp="http://schemas.microsoft.com/office/drawing/2018/hyperlinkcolor" val="tx"/>
                    </a:ext>
                  </a:extLst>
                </a:hlinkClick>
              </a:rPr>
              <a:t>Gastroenterology</a:t>
            </a:r>
            <a:endParaRPr lang="en-US" sz="1400" u="sng">
              <a:latin typeface="Calibri Light"/>
              <a:cs typeface="Arial"/>
            </a:endParaRPr>
          </a:p>
          <a:p>
            <a:pPr marL="285750" indent="-285750">
              <a:lnSpc>
                <a:spcPct val="100000"/>
              </a:lnSpc>
              <a:spcBef>
                <a:spcPts val="0"/>
              </a:spcBef>
              <a:buFont typeface="Arial,Sans-Serif" panose="020B0604020202020204" pitchFamily="34" charset="0"/>
            </a:pPr>
            <a:endParaRPr lang="en-US" sz="1500">
              <a:latin typeface="Arial"/>
              <a:cs typeface="Arial"/>
            </a:endParaRPr>
          </a:p>
          <a:p>
            <a:pPr marL="285750" indent="-285750">
              <a:lnSpc>
                <a:spcPct val="100000"/>
              </a:lnSpc>
              <a:spcBef>
                <a:spcPts val="0"/>
              </a:spcBef>
              <a:buFont typeface="Arial,Sans-Serif" panose="020B0604020202020204" pitchFamily="34" charset="0"/>
            </a:pPr>
            <a:endParaRPr lang="en-US" sz="1500">
              <a:latin typeface="Arial"/>
              <a:cs typeface="Arial"/>
            </a:endParaRPr>
          </a:p>
          <a:p>
            <a:pPr marL="285750" indent="-285750">
              <a:lnSpc>
                <a:spcPct val="100000"/>
              </a:lnSpc>
              <a:spcBef>
                <a:spcPts val="0"/>
              </a:spcBef>
              <a:buFont typeface="Arial,Sans-Serif" panose="020B0604020202020204" pitchFamily="34" charset="0"/>
            </a:pPr>
            <a:endParaRPr lang="en-US" sz="1500">
              <a:latin typeface="Arial"/>
              <a:cs typeface="Arial"/>
            </a:endParaRPr>
          </a:p>
          <a:p>
            <a:endParaRPr lang="en-US">
              <a:cs typeface="Calibri"/>
            </a:endParaRPr>
          </a:p>
        </p:txBody>
      </p:sp>
      <p:sp>
        <p:nvSpPr>
          <p:cNvPr id="6" name="TextBox 5">
            <a:extLst>
              <a:ext uri="{FF2B5EF4-FFF2-40B4-BE49-F238E27FC236}">
                <a16:creationId xmlns:a16="http://schemas.microsoft.com/office/drawing/2014/main" id="{4F69C565-F21A-E3CE-0831-C6ED97530147}"/>
              </a:ext>
            </a:extLst>
          </p:cNvPr>
          <p:cNvSpPr txBox="1"/>
          <p:nvPr/>
        </p:nvSpPr>
        <p:spPr>
          <a:xfrm>
            <a:off x="3436130" y="807514"/>
            <a:ext cx="2425062" cy="66941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a:latin typeface="Calibri Light"/>
              <a:cs typeface="Arial"/>
            </a:endParaRPr>
          </a:p>
          <a:p>
            <a:pPr marL="285750" indent="-285750">
              <a:buFont typeface="Arial"/>
              <a:buChar char="•"/>
            </a:pPr>
            <a:r>
              <a:rPr lang="en-US" sz="1400">
                <a:latin typeface="Calibri Light"/>
                <a:cs typeface="Arial"/>
                <a:hlinkClick r:id="rId23">
                  <a:extLst>
                    <a:ext uri="{A12FA001-AC4F-418D-AE19-62706E023703}">
                      <ahyp:hlinkClr xmlns:ahyp="http://schemas.microsoft.com/office/drawing/2018/hyperlinkcolor" val="tx"/>
                    </a:ext>
                  </a:extLst>
                </a:hlinkClick>
              </a:rPr>
              <a:t>Geriatrics</a:t>
            </a:r>
            <a:endParaRPr lang="en-US" sz="1400">
              <a:latin typeface="Calibri Light"/>
              <a:cs typeface="Calibri"/>
            </a:endParaRPr>
          </a:p>
          <a:p>
            <a:pPr marL="285750" indent="-285750">
              <a:buFont typeface="Arial"/>
              <a:buChar char="•"/>
            </a:pPr>
            <a:r>
              <a:rPr lang="en-US" sz="1400">
                <a:latin typeface="Calibri Light"/>
                <a:ea typeface="+mn-lt"/>
                <a:cs typeface="Arial"/>
                <a:hlinkClick r:id="rId24">
                  <a:extLst>
                    <a:ext uri="{A12FA001-AC4F-418D-AE19-62706E023703}">
                      <ahyp:hlinkClr xmlns:ahyp="http://schemas.microsoft.com/office/drawing/2018/hyperlinkcolor" val="tx"/>
                    </a:ext>
                  </a:extLst>
                </a:hlinkClick>
              </a:rPr>
              <a:t>Gynecology</a:t>
            </a:r>
            <a:endParaRPr lang="en-US" sz="1400">
              <a:latin typeface="Calibri Light"/>
              <a:ea typeface="+mn-lt"/>
              <a:cs typeface="Arial"/>
            </a:endParaRPr>
          </a:p>
          <a:p>
            <a:pPr marL="285750" indent="-285750">
              <a:buFont typeface="Arial"/>
              <a:buChar char="•"/>
            </a:pPr>
            <a:r>
              <a:rPr lang="en-US" sz="1400">
                <a:latin typeface="Calibri Light"/>
                <a:ea typeface="+mn-lt"/>
                <a:cs typeface="Arial"/>
                <a:hlinkClick r:id="rId23">
                  <a:extLst>
                    <a:ext uri="{A12FA001-AC4F-418D-AE19-62706E023703}">
                      <ahyp:hlinkClr xmlns:ahyp="http://schemas.microsoft.com/office/drawing/2018/hyperlinkcolor" val="tx"/>
                    </a:ext>
                  </a:extLst>
                </a:hlinkClick>
              </a:rPr>
              <a:t>Healthy Aging</a:t>
            </a:r>
            <a:endParaRPr lang="en-US" sz="1400">
              <a:latin typeface="Calibri Light"/>
              <a:cs typeface="Arial"/>
            </a:endParaRPr>
          </a:p>
          <a:p>
            <a:pPr marL="285750" indent="-285750">
              <a:buFont typeface="Arial"/>
              <a:buChar char="•"/>
            </a:pPr>
            <a:r>
              <a:rPr lang="en-US" sz="1400">
                <a:latin typeface="Calibri Light"/>
                <a:ea typeface="+mn-lt"/>
                <a:cs typeface="Arial"/>
                <a:hlinkClick r:id="rId25">
                  <a:extLst>
                    <a:ext uri="{A12FA001-AC4F-418D-AE19-62706E023703}">
                      <ahyp:hlinkClr xmlns:ahyp="http://schemas.microsoft.com/office/drawing/2018/hyperlinkcolor" val="tx"/>
                    </a:ext>
                  </a:extLst>
                </a:hlinkClick>
              </a:rPr>
              <a:t>Heart</a:t>
            </a:r>
            <a:endParaRPr lang="en-US" sz="1400">
              <a:latin typeface="Calibri Light"/>
              <a:ea typeface="+mn-lt"/>
              <a:cs typeface="Arial"/>
            </a:endParaRPr>
          </a:p>
          <a:p>
            <a:pPr marL="285750" indent="-285750">
              <a:buFont typeface="Arial"/>
              <a:buChar char="•"/>
            </a:pPr>
            <a:r>
              <a:rPr lang="en-US" sz="1400">
                <a:latin typeface="Calibri Light"/>
                <a:ea typeface="+mn-lt"/>
                <a:cs typeface="+mn-lt"/>
                <a:hlinkClick r:id="rId26">
                  <a:extLst>
                    <a:ext uri="{A12FA001-AC4F-418D-AE19-62706E023703}">
                      <ahyp:hlinkClr xmlns:ahyp="http://schemas.microsoft.com/office/drawing/2018/hyperlinkcolor" val="tx"/>
                    </a:ext>
                  </a:extLst>
                </a:hlinkClick>
              </a:rPr>
              <a:t>Home Care</a:t>
            </a:r>
            <a:endParaRPr lang="en-US" sz="1400">
              <a:latin typeface="Calibri Light"/>
              <a:cs typeface="Calibri"/>
            </a:endParaRPr>
          </a:p>
          <a:p>
            <a:pPr marL="285750" indent="-285750">
              <a:buFont typeface="Arial"/>
              <a:buChar char="•"/>
            </a:pPr>
            <a:r>
              <a:rPr lang="en-US" sz="1400">
                <a:latin typeface="Calibri Light"/>
                <a:ea typeface="+mn-lt"/>
                <a:cs typeface="+mn-lt"/>
                <a:hlinkClick r:id="rId27">
                  <a:extLst>
                    <a:ext uri="{A12FA001-AC4F-418D-AE19-62706E023703}">
                      <ahyp:hlinkClr xmlns:ahyp="http://schemas.microsoft.com/office/drawing/2018/hyperlinkcolor" val="tx"/>
                    </a:ext>
                  </a:extLst>
                </a:hlinkClick>
              </a:rPr>
              <a:t>Hospice</a:t>
            </a:r>
            <a:endParaRPr lang="en-US" sz="1400">
              <a:latin typeface="Calibri Light"/>
              <a:cs typeface="Calibri"/>
            </a:endParaRPr>
          </a:p>
          <a:p>
            <a:pPr marL="285750" indent="-285750">
              <a:buFont typeface="Arial"/>
              <a:buChar char="•"/>
            </a:pPr>
            <a:r>
              <a:rPr lang="en-US" sz="1400">
                <a:latin typeface="Calibri Light"/>
                <a:ea typeface="+mn-lt"/>
                <a:cs typeface="+mn-lt"/>
                <a:hlinkClick r:id="rId28">
                  <a:extLst>
                    <a:ext uri="{A12FA001-AC4F-418D-AE19-62706E023703}">
                      <ahyp:hlinkClr xmlns:ahyp="http://schemas.microsoft.com/office/drawing/2018/hyperlinkcolor" val="tx"/>
                    </a:ext>
                  </a:extLst>
                </a:hlinkClick>
              </a:rPr>
              <a:t>Imaging</a:t>
            </a:r>
            <a:endParaRPr lang="en-US" sz="1400">
              <a:latin typeface="Calibri Light"/>
              <a:cs typeface="Calibri"/>
            </a:endParaRPr>
          </a:p>
          <a:p>
            <a:pPr marL="285750" indent="-285750">
              <a:buFont typeface="Arial"/>
              <a:buChar char="•"/>
            </a:pPr>
            <a:r>
              <a:rPr lang="en-US" sz="1400">
                <a:latin typeface="Calibri Light"/>
                <a:ea typeface="+mn-lt"/>
                <a:cs typeface="+mn-lt"/>
                <a:hlinkClick r:id="rId29">
                  <a:extLst>
                    <a:ext uri="{A12FA001-AC4F-418D-AE19-62706E023703}">
                      <ahyp:hlinkClr xmlns:ahyp="http://schemas.microsoft.com/office/drawing/2018/hyperlinkcolor" val="tx"/>
                    </a:ext>
                  </a:extLst>
                </a:hlinkClick>
              </a:rPr>
              <a:t>Infectious Disease</a:t>
            </a:r>
            <a:endParaRPr lang="en-US" sz="1400">
              <a:latin typeface="Calibri Light"/>
              <a:cs typeface="Calibri"/>
            </a:endParaRPr>
          </a:p>
          <a:p>
            <a:pPr marL="285750" indent="-285750">
              <a:buFont typeface="Arial"/>
              <a:buChar char="•"/>
            </a:pPr>
            <a:r>
              <a:rPr lang="en-US" sz="1400">
                <a:latin typeface="Calibri Light"/>
                <a:ea typeface="+mn-lt"/>
                <a:cs typeface="+mn-lt"/>
                <a:hlinkClick r:id="rId30">
                  <a:extLst>
                    <a:ext uri="{A12FA001-AC4F-418D-AE19-62706E023703}">
                      <ahyp:hlinkClr xmlns:ahyp="http://schemas.microsoft.com/office/drawing/2018/hyperlinkcolor" val="tx"/>
                    </a:ext>
                  </a:extLst>
                </a:hlinkClick>
              </a:rPr>
              <a:t>Infusion Therapy</a:t>
            </a:r>
            <a:endParaRPr lang="en-US" sz="1400">
              <a:latin typeface="Calibri Light"/>
              <a:cs typeface="Calibri"/>
            </a:endParaRPr>
          </a:p>
          <a:p>
            <a:pPr marL="285750" indent="-285750">
              <a:buFont typeface="Arial"/>
              <a:buChar char="•"/>
            </a:pPr>
            <a:r>
              <a:rPr lang="en-US" sz="1400">
                <a:latin typeface="Calibri Light"/>
                <a:ea typeface="+mn-lt"/>
                <a:cs typeface="+mn-lt"/>
                <a:hlinkClick r:id="rId31">
                  <a:extLst>
                    <a:ext uri="{A12FA001-AC4F-418D-AE19-62706E023703}">
                      <ahyp:hlinkClr xmlns:ahyp="http://schemas.microsoft.com/office/drawing/2018/hyperlinkcolor" val="tx"/>
                    </a:ext>
                  </a:extLst>
                </a:hlinkClick>
              </a:rPr>
              <a:t>Injury Prevention</a:t>
            </a:r>
            <a:endParaRPr lang="en-US" sz="1400">
              <a:latin typeface="Calibri Light"/>
              <a:cs typeface="Calibri"/>
            </a:endParaRPr>
          </a:p>
          <a:p>
            <a:pPr marL="285750" indent="-285750">
              <a:buFont typeface="Arial"/>
              <a:buChar char="•"/>
            </a:pPr>
            <a:r>
              <a:rPr lang="en-US" sz="1400">
                <a:latin typeface="Calibri Light"/>
                <a:ea typeface="+mn-lt"/>
                <a:cs typeface="+mn-lt"/>
                <a:hlinkClick r:id="rId32">
                  <a:extLst>
                    <a:ext uri="{A12FA001-AC4F-418D-AE19-62706E023703}">
                      <ahyp:hlinkClr xmlns:ahyp="http://schemas.microsoft.com/office/drawing/2018/hyperlinkcolor" val="tx"/>
                    </a:ext>
                  </a:extLst>
                </a:hlinkClick>
              </a:rPr>
              <a:t>Integrative Therapy</a:t>
            </a:r>
            <a:endParaRPr lang="en-US" sz="1400">
              <a:latin typeface="Calibri Light"/>
              <a:cs typeface="Calibri"/>
            </a:endParaRPr>
          </a:p>
          <a:p>
            <a:pPr marL="285750" indent="-285750">
              <a:buFont typeface="Arial"/>
              <a:buChar char="•"/>
            </a:pPr>
            <a:r>
              <a:rPr lang="en-US" sz="1400">
                <a:latin typeface="Calibri Light"/>
                <a:ea typeface="+mn-lt"/>
                <a:cs typeface="+mn-lt"/>
                <a:hlinkClick r:id="rId14">
                  <a:extLst>
                    <a:ext uri="{A12FA001-AC4F-418D-AE19-62706E023703}">
                      <ahyp:hlinkClr xmlns:ahyp="http://schemas.microsoft.com/office/drawing/2018/hyperlinkcolor" val="tx"/>
                    </a:ext>
                  </a:extLst>
                </a:hlinkClick>
              </a:rPr>
              <a:t>Intensive Care</a:t>
            </a:r>
            <a:endParaRPr lang="en-US" sz="1400">
              <a:latin typeface="Calibri Light"/>
              <a:cs typeface="Calibri"/>
            </a:endParaRPr>
          </a:p>
          <a:p>
            <a:pPr marL="285750" indent="-285750">
              <a:buFont typeface="Arial"/>
              <a:buChar char="•"/>
            </a:pPr>
            <a:r>
              <a:rPr lang="en-US" sz="1400">
                <a:latin typeface="Calibri Light"/>
                <a:ea typeface="+mn-lt"/>
                <a:cs typeface="+mn-lt"/>
                <a:hlinkClick r:id="rId33">
                  <a:extLst>
                    <a:ext uri="{A12FA001-AC4F-418D-AE19-62706E023703}">
                      <ahyp:hlinkClr xmlns:ahyp="http://schemas.microsoft.com/office/drawing/2018/hyperlinkcolor" val="tx"/>
                    </a:ext>
                  </a:extLst>
                </a:hlinkClick>
              </a:rPr>
              <a:t>Internal Medicine</a:t>
            </a:r>
            <a:endParaRPr lang="en-US" sz="1400">
              <a:latin typeface="Calibri Light"/>
              <a:cs typeface="Calibri"/>
            </a:endParaRPr>
          </a:p>
          <a:p>
            <a:pPr marL="285750" indent="-285750">
              <a:buFont typeface="Arial"/>
              <a:buChar char="•"/>
            </a:pPr>
            <a:r>
              <a:rPr lang="en-US" sz="1400">
                <a:latin typeface="Calibri Light"/>
                <a:ea typeface="+mn-lt"/>
                <a:cs typeface="+mn-lt"/>
                <a:hlinkClick r:id="rId34">
                  <a:extLst>
                    <a:ext uri="{A12FA001-AC4F-418D-AE19-62706E023703}">
                      <ahyp:hlinkClr xmlns:ahyp="http://schemas.microsoft.com/office/drawing/2018/hyperlinkcolor" val="tx"/>
                    </a:ext>
                  </a:extLst>
                </a:hlinkClick>
              </a:rPr>
              <a:t>Kidney</a:t>
            </a:r>
            <a:endParaRPr lang="en-US" sz="1400">
              <a:latin typeface="Calibri Light"/>
              <a:cs typeface="Calibri"/>
            </a:endParaRPr>
          </a:p>
          <a:p>
            <a:pPr marL="285750" indent="-285750">
              <a:buFont typeface="Arial"/>
              <a:buChar char="•"/>
            </a:pPr>
            <a:r>
              <a:rPr lang="en-US" sz="1400">
                <a:latin typeface="Calibri Light"/>
                <a:ea typeface="+mn-lt"/>
                <a:cs typeface="+mn-lt"/>
                <a:hlinkClick r:id="rId35">
                  <a:extLst>
                    <a:ext uri="{A12FA001-AC4F-418D-AE19-62706E023703}">
                      <ahyp:hlinkClr xmlns:ahyp="http://schemas.microsoft.com/office/drawing/2018/hyperlinkcolor" val="tx"/>
                    </a:ext>
                  </a:extLst>
                </a:hlinkClick>
              </a:rPr>
              <a:t>Lab</a:t>
            </a:r>
            <a:endParaRPr lang="en-US" sz="1400">
              <a:latin typeface="Calibri Light"/>
              <a:cs typeface="Calibri"/>
            </a:endParaRPr>
          </a:p>
          <a:p>
            <a:pPr marL="285750" indent="-285750">
              <a:buFont typeface="Arial"/>
              <a:buChar char="•"/>
            </a:pPr>
            <a:r>
              <a:rPr lang="en-US" sz="1400">
                <a:latin typeface="Calibri Light"/>
                <a:ea typeface="+mn-lt"/>
                <a:cs typeface="+mn-lt"/>
                <a:hlinkClick r:id="rId36">
                  <a:extLst>
                    <a:ext uri="{A12FA001-AC4F-418D-AE19-62706E023703}">
                      <ahyp:hlinkClr xmlns:ahyp="http://schemas.microsoft.com/office/drawing/2018/hyperlinkcolor" val="tx"/>
                    </a:ext>
                  </a:extLst>
                </a:hlinkClick>
              </a:rPr>
              <a:t>Maternity</a:t>
            </a:r>
            <a:endParaRPr lang="en-US" sz="1400">
              <a:latin typeface="Calibri Light"/>
              <a:cs typeface="Calibri"/>
            </a:endParaRPr>
          </a:p>
          <a:p>
            <a:pPr marL="285750" indent="-285750">
              <a:buFont typeface="Arial"/>
              <a:buChar char="•"/>
            </a:pPr>
            <a:r>
              <a:rPr lang="en-US" sz="1400">
                <a:latin typeface="Calibri Light"/>
                <a:ea typeface="+mn-lt"/>
                <a:cs typeface="+mn-lt"/>
                <a:hlinkClick r:id="rId28">
                  <a:extLst>
                    <a:ext uri="{A12FA001-AC4F-418D-AE19-62706E023703}">
                      <ahyp:hlinkClr xmlns:ahyp="http://schemas.microsoft.com/office/drawing/2018/hyperlinkcolor" val="tx"/>
                    </a:ext>
                  </a:extLst>
                </a:hlinkClick>
              </a:rPr>
              <a:t>Medical Imaging</a:t>
            </a:r>
            <a:endParaRPr lang="en-US" sz="1400">
              <a:latin typeface="Calibri Light"/>
              <a:cs typeface="Calibri"/>
            </a:endParaRPr>
          </a:p>
          <a:p>
            <a:pPr marL="285750" indent="-285750">
              <a:buFont typeface="Arial"/>
              <a:buChar char="•"/>
            </a:pPr>
            <a:r>
              <a:rPr lang="en-US" sz="1400">
                <a:latin typeface="Calibri Light"/>
                <a:ea typeface="+mn-lt"/>
                <a:cs typeface="+mn-lt"/>
                <a:hlinkClick r:id="rId37">
                  <a:extLst>
                    <a:ext uri="{A12FA001-AC4F-418D-AE19-62706E023703}">
                      <ahyp:hlinkClr xmlns:ahyp="http://schemas.microsoft.com/office/drawing/2018/hyperlinkcolor" val="tx"/>
                    </a:ext>
                  </a:extLst>
                </a:hlinkClick>
              </a:rPr>
              <a:t>Neonatology</a:t>
            </a:r>
            <a:endParaRPr lang="en-US" sz="1400">
              <a:latin typeface="Calibri Light"/>
              <a:cs typeface="Calibri"/>
            </a:endParaRPr>
          </a:p>
          <a:p>
            <a:pPr marL="285750" indent="-285750">
              <a:buFont typeface="Arial"/>
              <a:buChar char="•"/>
            </a:pPr>
            <a:r>
              <a:rPr lang="en-US" sz="1400">
                <a:latin typeface="Calibri Light"/>
                <a:ea typeface="+mn-lt"/>
                <a:cs typeface="+mn-lt"/>
                <a:hlinkClick r:id="rId38">
                  <a:extLst>
                    <a:ext uri="{A12FA001-AC4F-418D-AE19-62706E023703}">
                      <ahyp:hlinkClr xmlns:ahyp="http://schemas.microsoft.com/office/drawing/2018/hyperlinkcolor" val="tx"/>
                    </a:ext>
                  </a:extLst>
                </a:hlinkClick>
              </a:rPr>
              <a:t>Neurology</a:t>
            </a:r>
            <a:endParaRPr lang="en-US" sz="1400">
              <a:latin typeface="Calibri Light"/>
              <a:cs typeface="Calibri"/>
            </a:endParaRPr>
          </a:p>
          <a:p>
            <a:pPr marL="285750" indent="-285750">
              <a:buFont typeface="Arial"/>
              <a:buChar char="•"/>
            </a:pPr>
            <a:r>
              <a:rPr lang="en-US" sz="1400">
                <a:latin typeface="Calibri Light"/>
                <a:ea typeface="+mn-lt"/>
                <a:cs typeface="+mn-lt"/>
                <a:hlinkClick r:id="rId39">
                  <a:extLst>
                    <a:ext uri="{A12FA001-AC4F-418D-AE19-62706E023703}">
                      <ahyp:hlinkClr xmlns:ahyp="http://schemas.microsoft.com/office/drawing/2018/hyperlinkcolor" val="tx"/>
                    </a:ext>
                  </a:extLst>
                </a:hlinkClick>
              </a:rPr>
              <a:t>Neurosurgery</a:t>
            </a:r>
            <a:endParaRPr lang="en-US" sz="1400">
              <a:latin typeface="Calibri Light"/>
              <a:cs typeface="Calibri"/>
            </a:endParaRPr>
          </a:p>
          <a:p>
            <a:pPr marL="285750" indent="-285750">
              <a:buFont typeface="Arial"/>
              <a:buChar char="•"/>
            </a:pPr>
            <a:r>
              <a:rPr lang="en-US" sz="1400">
                <a:latin typeface="Calibri Light"/>
                <a:ea typeface="+mn-lt"/>
                <a:cs typeface="+mn-lt"/>
                <a:hlinkClick r:id="rId40">
                  <a:extLst>
                    <a:ext uri="{A12FA001-AC4F-418D-AE19-62706E023703}">
                      <ahyp:hlinkClr xmlns:ahyp="http://schemas.microsoft.com/office/drawing/2018/hyperlinkcolor" val="tx"/>
                    </a:ext>
                  </a:extLst>
                </a:hlinkClick>
              </a:rPr>
              <a:t>Nutrition</a:t>
            </a:r>
            <a:endParaRPr lang="en-US" sz="1400">
              <a:latin typeface="Calibri Light"/>
              <a:cs typeface="Calibri"/>
            </a:endParaRPr>
          </a:p>
          <a:p>
            <a:pPr marL="285750" indent="-285750">
              <a:buFont typeface="Arial"/>
              <a:buChar char="•"/>
            </a:pPr>
            <a:r>
              <a:rPr lang="en-US" sz="1400">
                <a:latin typeface="Calibri Light"/>
                <a:ea typeface="+mn-lt"/>
                <a:cs typeface="+mn-lt"/>
                <a:hlinkClick r:id="rId36">
                  <a:extLst>
                    <a:ext uri="{A12FA001-AC4F-418D-AE19-62706E023703}">
                      <ahyp:hlinkClr xmlns:ahyp="http://schemas.microsoft.com/office/drawing/2018/hyperlinkcolor" val="tx"/>
                    </a:ext>
                  </a:extLst>
                </a:hlinkClick>
              </a:rPr>
              <a:t>Obstetrics</a:t>
            </a:r>
            <a:endParaRPr lang="en-US" sz="1400">
              <a:latin typeface="Calibri Light"/>
              <a:cs typeface="Calibri"/>
            </a:endParaRPr>
          </a:p>
          <a:p>
            <a:pPr marL="285750" indent="-285750">
              <a:buFont typeface="Arial"/>
              <a:buChar char="•"/>
            </a:pPr>
            <a:r>
              <a:rPr lang="en-US" sz="1400">
                <a:latin typeface="Calibri Light"/>
                <a:ea typeface="+mn-lt"/>
                <a:cs typeface="+mn-lt"/>
                <a:hlinkClick r:id="rId41">
                  <a:extLst>
                    <a:ext uri="{A12FA001-AC4F-418D-AE19-62706E023703}">
                      <ahyp:hlinkClr xmlns:ahyp="http://schemas.microsoft.com/office/drawing/2018/hyperlinkcolor" val="tx"/>
                    </a:ext>
                  </a:extLst>
                </a:hlinkClick>
              </a:rPr>
              <a:t>Occupational Health</a:t>
            </a:r>
            <a:endParaRPr lang="en-US" sz="1400">
              <a:latin typeface="Calibri Light"/>
              <a:cs typeface="Calibri"/>
            </a:endParaRPr>
          </a:p>
          <a:p>
            <a:pPr marL="285750" indent="-285750">
              <a:buFont typeface="Arial"/>
              <a:buChar char="•"/>
            </a:pPr>
            <a:r>
              <a:rPr lang="en-US" sz="1400">
                <a:latin typeface="Calibri Light"/>
                <a:cs typeface="Arial"/>
                <a:hlinkClick r:id="rId42">
                  <a:extLst>
                    <a:ext uri="{A12FA001-AC4F-418D-AE19-62706E023703}">
                      <ahyp:hlinkClr xmlns:ahyp="http://schemas.microsoft.com/office/drawing/2018/hyperlinkcolor" val="tx"/>
                    </a:ext>
                  </a:extLst>
                </a:hlinkClick>
              </a:rPr>
              <a:t>Orthopedics</a:t>
            </a:r>
            <a:endParaRPr lang="en-US" sz="1400">
              <a:latin typeface="Calibri Light"/>
              <a:cs typeface="Calibri"/>
            </a:endParaRPr>
          </a:p>
          <a:p>
            <a:pPr marL="285750" indent="-285750">
              <a:buFont typeface="Arial"/>
              <a:buChar char="•"/>
            </a:pPr>
            <a:endParaRPr lang="en-US" sz="1500">
              <a:solidFill>
                <a:srgbClr val="000000"/>
              </a:solidFill>
              <a:cs typeface="Calibri"/>
            </a:endParaRPr>
          </a:p>
          <a:p>
            <a:pPr marL="285750" indent="-285750">
              <a:buFont typeface="Arial"/>
              <a:buChar char="•"/>
            </a:pPr>
            <a:endParaRPr lang="en-US" sz="1400">
              <a:solidFill>
                <a:srgbClr val="00205B"/>
              </a:solidFill>
              <a:cs typeface="Calibri"/>
            </a:endParaRPr>
          </a:p>
          <a:p>
            <a:pPr marL="285750" indent="-285750">
              <a:buFont typeface="Arial"/>
              <a:buChar char="•"/>
            </a:pPr>
            <a:endParaRPr lang="en-US" sz="1400">
              <a:solidFill>
                <a:srgbClr val="00205B"/>
              </a:solidFill>
              <a:cs typeface="Calibri"/>
            </a:endParaRPr>
          </a:p>
          <a:p>
            <a:pPr algn="l"/>
            <a:endParaRPr lang="en-US">
              <a:cs typeface="Calibri"/>
            </a:endParaRPr>
          </a:p>
          <a:p>
            <a:endParaRPr lang="en-US">
              <a:cs typeface="Calibri"/>
            </a:endParaRPr>
          </a:p>
        </p:txBody>
      </p:sp>
      <p:sp>
        <p:nvSpPr>
          <p:cNvPr id="7" name="TextBox 6">
            <a:extLst>
              <a:ext uri="{FF2B5EF4-FFF2-40B4-BE49-F238E27FC236}">
                <a16:creationId xmlns:a16="http://schemas.microsoft.com/office/drawing/2014/main" id="{B3A6B8D6-358A-5FE1-9C01-A47FE6B74A5B}"/>
              </a:ext>
            </a:extLst>
          </p:cNvPr>
          <p:cNvSpPr txBox="1"/>
          <p:nvPr/>
        </p:nvSpPr>
        <p:spPr>
          <a:xfrm>
            <a:off x="5762765" y="968555"/>
            <a:ext cx="3048001" cy="54563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Calibri Light"/>
                <a:cs typeface="Arial"/>
                <a:hlinkClick r:id="rId43">
                  <a:extLst>
                    <a:ext uri="{A12FA001-AC4F-418D-AE19-62706E023703}">
                      <ahyp:hlinkClr xmlns:ahyp="http://schemas.microsoft.com/office/drawing/2018/hyperlinkcolor" val="tx"/>
                    </a:ext>
                  </a:extLst>
                </a:hlinkClick>
              </a:rPr>
              <a:t>Outpatient Surgery</a:t>
            </a:r>
            <a:endParaRPr lang="en-US" sz="1400">
              <a:latin typeface="Calibri Light"/>
              <a:cs typeface="Arial"/>
            </a:endParaRPr>
          </a:p>
          <a:p>
            <a:pPr marL="285750" indent="-285750">
              <a:buFont typeface="Arial"/>
              <a:buChar char="•"/>
            </a:pPr>
            <a:r>
              <a:rPr lang="en-US" sz="1400">
                <a:latin typeface="Calibri Light"/>
                <a:cs typeface="Arial"/>
                <a:hlinkClick r:id="rId44">
                  <a:extLst>
                    <a:ext uri="{A12FA001-AC4F-418D-AE19-62706E023703}">
                      <ahyp:hlinkClr xmlns:ahyp="http://schemas.microsoft.com/office/drawing/2018/hyperlinkcolor" val="tx"/>
                    </a:ext>
                  </a:extLst>
                </a:hlinkClick>
              </a:rPr>
              <a:t>Pain Management</a:t>
            </a:r>
            <a:endParaRPr lang="en-US" sz="1400">
              <a:latin typeface="Calibri Light"/>
              <a:cs typeface="Calibri" panose="020F0502020204030204"/>
            </a:endParaRPr>
          </a:p>
          <a:p>
            <a:pPr marL="285750" indent="-285750">
              <a:buFont typeface="Arial"/>
              <a:buChar char="•"/>
            </a:pPr>
            <a:r>
              <a:rPr lang="en-US" sz="1400">
                <a:latin typeface="Calibri Light"/>
                <a:cs typeface="Arial"/>
                <a:hlinkClick r:id="rId45">
                  <a:extLst>
                    <a:ext uri="{A12FA001-AC4F-418D-AE19-62706E023703}">
                      <ahyp:hlinkClr xmlns:ahyp="http://schemas.microsoft.com/office/drawing/2018/hyperlinkcolor" val="tx"/>
                    </a:ext>
                  </a:extLst>
                </a:hlinkClick>
              </a:rPr>
              <a:t>Palliative Care</a:t>
            </a:r>
            <a:endParaRPr lang="en-US" sz="1400">
              <a:latin typeface="Calibri Light"/>
              <a:cs typeface="Arial"/>
            </a:endParaRPr>
          </a:p>
          <a:p>
            <a:pPr marL="285750" indent="-285750">
              <a:buFont typeface="Arial"/>
              <a:buChar char="•"/>
            </a:pPr>
            <a:r>
              <a:rPr lang="en-US" sz="1400">
                <a:latin typeface="Calibri Light"/>
                <a:cs typeface="Arial"/>
                <a:hlinkClick r:id="rId46">
                  <a:extLst>
                    <a:ext uri="{A12FA001-AC4F-418D-AE19-62706E023703}">
                      <ahyp:hlinkClr xmlns:ahyp="http://schemas.microsoft.com/office/drawing/2018/hyperlinkcolor" val="tx"/>
                    </a:ext>
                  </a:extLst>
                </a:hlinkClick>
              </a:rPr>
              <a:t>Pediatrics</a:t>
            </a:r>
            <a:endParaRPr lang="en-US" sz="1400">
              <a:latin typeface="Calibri Light"/>
              <a:cs typeface="Arial"/>
            </a:endParaRPr>
          </a:p>
          <a:p>
            <a:pPr marL="285750" indent="-285750">
              <a:buFont typeface="Arial"/>
              <a:buChar char="•"/>
            </a:pPr>
            <a:r>
              <a:rPr lang="en-US" sz="1400">
                <a:latin typeface="Calibri Light"/>
                <a:cs typeface="Arial"/>
                <a:hlinkClick r:id="rId47">
                  <a:extLst>
                    <a:ext uri="{A12FA001-AC4F-418D-AE19-62706E023703}">
                      <ahyp:hlinkClr xmlns:ahyp="http://schemas.microsoft.com/office/drawing/2018/hyperlinkcolor" val="tx"/>
                    </a:ext>
                  </a:extLst>
                </a:hlinkClick>
              </a:rPr>
              <a:t>Pharmacy</a:t>
            </a:r>
            <a:endParaRPr lang="en-US" sz="1400">
              <a:latin typeface="Calibri Light"/>
              <a:cs typeface="Arial"/>
            </a:endParaRPr>
          </a:p>
          <a:p>
            <a:pPr marL="285750" indent="-285750">
              <a:buFont typeface="Arial"/>
              <a:buChar char="•"/>
            </a:pPr>
            <a:r>
              <a:rPr lang="en-US" sz="1400">
                <a:latin typeface="Calibri Light"/>
                <a:cs typeface="Arial"/>
                <a:hlinkClick r:id="rId48">
                  <a:extLst>
                    <a:ext uri="{A12FA001-AC4F-418D-AE19-62706E023703}">
                      <ahyp:hlinkClr xmlns:ahyp="http://schemas.microsoft.com/office/drawing/2018/hyperlinkcolor" val="tx"/>
                    </a:ext>
                  </a:extLst>
                </a:hlinkClick>
              </a:rPr>
              <a:t>Physical Therapy</a:t>
            </a:r>
            <a:endParaRPr lang="en-US" sz="1400">
              <a:latin typeface="Calibri Light"/>
              <a:cs typeface="Arial"/>
            </a:endParaRPr>
          </a:p>
          <a:p>
            <a:pPr marL="285750" indent="-285750">
              <a:buFont typeface="Arial"/>
              <a:buChar char="•"/>
            </a:pPr>
            <a:r>
              <a:rPr lang="en-US" sz="1400">
                <a:latin typeface="Calibri Light"/>
                <a:cs typeface="Arial"/>
                <a:hlinkClick r:id="rId49">
                  <a:extLst>
                    <a:ext uri="{A12FA001-AC4F-418D-AE19-62706E023703}">
                      <ahyp:hlinkClr xmlns:ahyp="http://schemas.microsoft.com/office/drawing/2018/hyperlinkcolor" val="tx"/>
                    </a:ext>
                  </a:extLst>
                </a:hlinkClick>
              </a:rPr>
              <a:t>Poison &amp; Drug Information Center</a:t>
            </a:r>
            <a:endParaRPr lang="en-US" sz="1400">
              <a:latin typeface="Calibri Light"/>
              <a:cs typeface="Arial"/>
            </a:endParaRPr>
          </a:p>
          <a:p>
            <a:pPr marL="285750" indent="-285750">
              <a:buFont typeface="Arial"/>
              <a:buChar char="•"/>
            </a:pPr>
            <a:r>
              <a:rPr lang="en-US" sz="1400">
                <a:latin typeface="Calibri Light"/>
                <a:cs typeface="Arial"/>
                <a:hlinkClick r:id="rId50">
                  <a:extLst>
                    <a:ext uri="{A12FA001-AC4F-418D-AE19-62706E023703}">
                      <ahyp:hlinkClr xmlns:ahyp="http://schemas.microsoft.com/office/drawing/2018/hyperlinkcolor" val="tx"/>
                    </a:ext>
                  </a:extLst>
                </a:hlinkClick>
              </a:rPr>
              <a:t>Primary Care</a:t>
            </a:r>
            <a:endParaRPr lang="en-US" sz="1400">
              <a:latin typeface="Calibri Light"/>
              <a:cs typeface="Arial"/>
            </a:endParaRPr>
          </a:p>
          <a:p>
            <a:pPr marL="285750" indent="-285750">
              <a:buFont typeface="Arial"/>
              <a:buChar char="•"/>
            </a:pPr>
            <a:r>
              <a:rPr lang="en-US" sz="1400">
                <a:latin typeface="Calibri Light"/>
                <a:cs typeface="Arial"/>
                <a:hlinkClick r:id="rId9">
                  <a:extLst>
                    <a:ext uri="{A12FA001-AC4F-418D-AE19-62706E023703}">
                      <ahyp:hlinkClr xmlns:ahyp="http://schemas.microsoft.com/office/drawing/2018/hyperlinkcolor" val="tx"/>
                    </a:ext>
                  </a:extLst>
                </a:hlinkClick>
              </a:rPr>
              <a:t>Psychology</a:t>
            </a:r>
            <a:endParaRPr lang="en-US" sz="1400">
              <a:latin typeface="Calibri Light"/>
              <a:cs typeface="Arial"/>
            </a:endParaRPr>
          </a:p>
          <a:p>
            <a:pPr marL="285750" indent="-285750">
              <a:buFont typeface="Arial"/>
              <a:buChar char="•"/>
            </a:pPr>
            <a:r>
              <a:rPr lang="en-US" sz="1400">
                <a:latin typeface="Calibri Light"/>
                <a:cs typeface="Arial"/>
                <a:hlinkClick r:id="rId51">
                  <a:extLst>
                    <a:ext uri="{A12FA001-AC4F-418D-AE19-62706E023703}">
                      <ahyp:hlinkClr xmlns:ahyp="http://schemas.microsoft.com/office/drawing/2018/hyperlinkcolor" val="tx"/>
                    </a:ext>
                  </a:extLst>
                </a:hlinkClick>
              </a:rPr>
              <a:t>Pulmonary</a:t>
            </a:r>
            <a:endParaRPr lang="en-US" sz="1400">
              <a:latin typeface="Calibri Light"/>
              <a:cs typeface="Arial"/>
            </a:endParaRPr>
          </a:p>
          <a:p>
            <a:pPr marL="285750" indent="-285750">
              <a:buFont typeface="Arial"/>
              <a:buChar char="•"/>
            </a:pPr>
            <a:r>
              <a:rPr lang="en-US" sz="1400">
                <a:latin typeface="Calibri Light"/>
                <a:cs typeface="Arial"/>
                <a:hlinkClick r:id="rId52">
                  <a:extLst>
                    <a:ext uri="{A12FA001-AC4F-418D-AE19-62706E023703}">
                      <ahyp:hlinkClr xmlns:ahyp="http://schemas.microsoft.com/office/drawing/2018/hyperlinkcolor" val="tx"/>
                    </a:ext>
                  </a:extLst>
                </a:hlinkClick>
              </a:rPr>
              <a:t>Rehabilitation</a:t>
            </a:r>
            <a:endParaRPr lang="en-US" sz="1400">
              <a:latin typeface="Calibri Light"/>
              <a:cs typeface="Arial"/>
            </a:endParaRPr>
          </a:p>
          <a:p>
            <a:pPr marL="285750" indent="-285750">
              <a:buFont typeface="Arial"/>
              <a:buChar char="•"/>
            </a:pPr>
            <a:r>
              <a:rPr lang="en-US" sz="1400">
                <a:latin typeface="Calibri Light"/>
                <a:cs typeface="Arial"/>
                <a:hlinkClick r:id="rId53">
                  <a:extLst>
                    <a:ext uri="{A12FA001-AC4F-418D-AE19-62706E023703}">
                      <ahyp:hlinkClr xmlns:ahyp="http://schemas.microsoft.com/office/drawing/2018/hyperlinkcolor" val="tx"/>
                    </a:ext>
                  </a:extLst>
                </a:hlinkClick>
              </a:rPr>
              <a:t>Research</a:t>
            </a:r>
            <a:endParaRPr lang="en-US" sz="1400">
              <a:latin typeface="Calibri Light"/>
              <a:cs typeface="Arial"/>
            </a:endParaRPr>
          </a:p>
          <a:p>
            <a:pPr marL="285750" indent="-285750">
              <a:buFont typeface="Arial"/>
              <a:buChar char="•"/>
            </a:pPr>
            <a:r>
              <a:rPr lang="en-US" sz="1400">
                <a:latin typeface="Calibri Light"/>
                <a:cs typeface="Arial"/>
                <a:hlinkClick r:id="rId54">
                  <a:extLst>
                    <a:ext uri="{A12FA001-AC4F-418D-AE19-62706E023703}">
                      <ahyp:hlinkClr xmlns:ahyp="http://schemas.microsoft.com/office/drawing/2018/hyperlinkcolor" val="tx"/>
                    </a:ext>
                  </a:extLst>
                </a:hlinkClick>
              </a:rPr>
              <a:t>Spine</a:t>
            </a:r>
            <a:endParaRPr lang="en-US" sz="1400">
              <a:latin typeface="Calibri Light"/>
              <a:cs typeface="Arial"/>
            </a:endParaRPr>
          </a:p>
          <a:p>
            <a:pPr marL="285750" indent="-285750">
              <a:buFont typeface="Arial"/>
              <a:buChar char="•"/>
            </a:pPr>
            <a:r>
              <a:rPr lang="en-US" sz="1400">
                <a:latin typeface="Calibri Light"/>
                <a:cs typeface="Arial"/>
                <a:hlinkClick r:id="rId55">
                  <a:extLst>
                    <a:ext uri="{A12FA001-AC4F-418D-AE19-62706E023703}">
                      <ahyp:hlinkClr xmlns:ahyp="http://schemas.microsoft.com/office/drawing/2018/hyperlinkcolor" val="tx"/>
                    </a:ext>
                  </a:extLst>
                </a:hlinkClick>
              </a:rPr>
              <a:t>Sleep Medicine</a:t>
            </a:r>
            <a:endParaRPr lang="en-US" sz="1400">
              <a:latin typeface="Calibri Light"/>
              <a:cs typeface="Arial"/>
            </a:endParaRPr>
          </a:p>
          <a:p>
            <a:pPr marL="285750" indent="-285750">
              <a:buFont typeface="Arial"/>
              <a:buChar char="•"/>
            </a:pPr>
            <a:r>
              <a:rPr lang="en-US" sz="1400">
                <a:latin typeface="Calibri Light"/>
                <a:cs typeface="Arial"/>
                <a:hlinkClick r:id="rId56">
                  <a:extLst>
                    <a:ext uri="{A12FA001-AC4F-418D-AE19-62706E023703}">
                      <ahyp:hlinkClr xmlns:ahyp="http://schemas.microsoft.com/office/drawing/2018/hyperlinkcolor" val="tx"/>
                    </a:ext>
                  </a:extLst>
                </a:hlinkClick>
              </a:rPr>
              <a:t>Sports Medicine</a:t>
            </a:r>
            <a:endParaRPr lang="en-US" sz="1400">
              <a:latin typeface="Calibri Light"/>
              <a:cs typeface="Arial"/>
            </a:endParaRPr>
          </a:p>
          <a:p>
            <a:pPr marL="285750" indent="-285750">
              <a:buFont typeface="Arial"/>
              <a:buChar char="•"/>
            </a:pPr>
            <a:r>
              <a:rPr lang="en-US" sz="1400">
                <a:latin typeface="Calibri Light"/>
                <a:cs typeface="Arial"/>
                <a:hlinkClick r:id="rId57">
                  <a:extLst>
                    <a:ext uri="{A12FA001-AC4F-418D-AE19-62706E023703}">
                      <ahyp:hlinkClr xmlns:ahyp="http://schemas.microsoft.com/office/drawing/2018/hyperlinkcolor" val="tx"/>
                    </a:ext>
                  </a:extLst>
                </a:hlinkClick>
              </a:rPr>
              <a:t>Surgery</a:t>
            </a:r>
            <a:endParaRPr lang="en-US" sz="1400">
              <a:latin typeface="Calibri Light"/>
              <a:cs typeface="Arial"/>
            </a:endParaRPr>
          </a:p>
          <a:p>
            <a:pPr marL="285750" indent="-285750">
              <a:buFont typeface="Arial"/>
              <a:buChar char="•"/>
            </a:pPr>
            <a:r>
              <a:rPr lang="en-US" sz="1400">
                <a:latin typeface="Calibri Light"/>
                <a:cs typeface="Arial"/>
                <a:hlinkClick r:id="rId58">
                  <a:extLst>
                    <a:ext uri="{A12FA001-AC4F-418D-AE19-62706E023703}">
                      <ahyp:hlinkClr xmlns:ahyp="http://schemas.microsoft.com/office/drawing/2018/hyperlinkcolor" val="tx"/>
                    </a:ext>
                  </a:extLst>
                </a:hlinkClick>
              </a:rPr>
              <a:t>Telehealth</a:t>
            </a:r>
            <a:endParaRPr lang="en-US" sz="1400">
              <a:latin typeface="Calibri Light"/>
              <a:cs typeface="Arial"/>
            </a:endParaRPr>
          </a:p>
          <a:p>
            <a:pPr marL="285750" indent="-285750">
              <a:buFont typeface="Arial"/>
              <a:buChar char="•"/>
            </a:pPr>
            <a:r>
              <a:rPr lang="en-US" sz="1400">
                <a:latin typeface="Calibri Light"/>
                <a:cs typeface="Arial"/>
                <a:hlinkClick r:id="rId59">
                  <a:extLst>
                    <a:ext uri="{A12FA001-AC4F-418D-AE19-62706E023703}">
                      <ahyp:hlinkClr xmlns:ahyp="http://schemas.microsoft.com/office/drawing/2018/hyperlinkcolor" val="tx"/>
                    </a:ext>
                  </a:extLst>
                </a:hlinkClick>
              </a:rPr>
              <a:t>Transplant</a:t>
            </a:r>
            <a:endParaRPr lang="en-US" sz="1400">
              <a:latin typeface="Calibri Light"/>
              <a:cs typeface="Arial"/>
            </a:endParaRPr>
          </a:p>
          <a:p>
            <a:pPr marL="285750" indent="-285750">
              <a:buFont typeface="Arial"/>
              <a:buChar char="•"/>
            </a:pPr>
            <a:r>
              <a:rPr lang="en-US" sz="1400">
                <a:latin typeface="Calibri Light"/>
                <a:cs typeface="Arial"/>
                <a:hlinkClick r:id="rId60">
                  <a:extLst>
                    <a:ext uri="{A12FA001-AC4F-418D-AE19-62706E023703}">
                      <ahyp:hlinkClr xmlns:ahyp="http://schemas.microsoft.com/office/drawing/2018/hyperlinkcolor" val="tx"/>
                    </a:ext>
                  </a:extLst>
                </a:hlinkClick>
              </a:rPr>
              <a:t>Urgent Care</a:t>
            </a:r>
            <a:endParaRPr lang="en-US" sz="1400">
              <a:latin typeface="Calibri Light"/>
              <a:cs typeface="Arial"/>
            </a:endParaRPr>
          </a:p>
          <a:p>
            <a:pPr marL="285750" indent="-285750">
              <a:buFont typeface="Arial"/>
              <a:buChar char="•"/>
            </a:pPr>
            <a:r>
              <a:rPr lang="en-US" sz="1400">
                <a:latin typeface="Calibri Light"/>
                <a:cs typeface="Arial"/>
                <a:hlinkClick r:id="rId61">
                  <a:extLst>
                    <a:ext uri="{A12FA001-AC4F-418D-AE19-62706E023703}">
                      <ahyp:hlinkClr xmlns:ahyp="http://schemas.microsoft.com/office/drawing/2018/hyperlinkcolor" val="tx"/>
                    </a:ext>
                  </a:extLst>
                </a:hlinkClick>
              </a:rPr>
              <a:t>Urology</a:t>
            </a:r>
            <a:endParaRPr lang="en-US" sz="1400">
              <a:latin typeface="Calibri Light"/>
              <a:cs typeface="Arial"/>
            </a:endParaRPr>
          </a:p>
          <a:p>
            <a:pPr marL="285750" indent="-285750">
              <a:buFont typeface="Arial"/>
              <a:buChar char="•"/>
            </a:pPr>
            <a:r>
              <a:rPr lang="en-US" sz="1400">
                <a:latin typeface="Calibri Light"/>
                <a:cs typeface="Arial"/>
                <a:hlinkClick r:id="rId62">
                  <a:extLst>
                    <a:ext uri="{A12FA001-AC4F-418D-AE19-62706E023703}">
                      <ahyp:hlinkClr xmlns:ahyp="http://schemas.microsoft.com/office/drawing/2018/hyperlinkcolor" val="tx"/>
                    </a:ext>
                  </a:extLst>
                </a:hlinkClick>
              </a:rPr>
              <a:t>Volunteer</a:t>
            </a:r>
            <a:endParaRPr lang="en-US" sz="1400">
              <a:latin typeface="Calibri Light"/>
              <a:cs typeface="Arial"/>
            </a:endParaRPr>
          </a:p>
          <a:p>
            <a:pPr marL="285750" indent="-285750">
              <a:buFont typeface="Arial"/>
              <a:buChar char="•"/>
            </a:pPr>
            <a:r>
              <a:rPr lang="en-US" sz="1400">
                <a:latin typeface="Calibri Light"/>
                <a:cs typeface="Arial"/>
                <a:hlinkClick r:id="rId63">
                  <a:extLst>
                    <a:ext uri="{A12FA001-AC4F-418D-AE19-62706E023703}">
                      <ahyp:hlinkClr xmlns:ahyp="http://schemas.microsoft.com/office/drawing/2018/hyperlinkcolor" val="tx"/>
                    </a:ext>
                  </a:extLst>
                </a:hlinkClick>
              </a:rPr>
              <a:t>Wellness</a:t>
            </a:r>
            <a:endParaRPr lang="en-US" sz="1400">
              <a:latin typeface="Calibri Light"/>
              <a:cs typeface="Arial"/>
            </a:endParaRPr>
          </a:p>
          <a:p>
            <a:pPr marL="285750" indent="-285750">
              <a:buFont typeface="Arial"/>
              <a:buChar char="•"/>
            </a:pPr>
            <a:r>
              <a:rPr lang="en-US" sz="1400">
                <a:latin typeface="Calibri Light"/>
                <a:cs typeface="Arial"/>
                <a:hlinkClick r:id="rId24">
                  <a:extLst>
                    <a:ext uri="{A12FA001-AC4F-418D-AE19-62706E023703}">
                      <ahyp:hlinkClr xmlns:ahyp="http://schemas.microsoft.com/office/drawing/2018/hyperlinkcolor" val="tx"/>
                    </a:ext>
                  </a:extLst>
                </a:hlinkClick>
              </a:rPr>
              <a:t>Women’s Health</a:t>
            </a:r>
            <a:endParaRPr lang="en-US" sz="1400">
              <a:latin typeface="Calibri Light"/>
              <a:cs typeface="Arial"/>
            </a:endParaRPr>
          </a:p>
          <a:p>
            <a:pPr marL="285750" indent="-285750">
              <a:buFont typeface="Arial"/>
              <a:buChar char="•"/>
            </a:pPr>
            <a:r>
              <a:rPr lang="en-US" sz="1400">
                <a:latin typeface="Calibri Light"/>
                <a:cs typeface="Arial"/>
                <a:hlinkClick r:id="rId64">
                  <a:extLst>
                    <a:ext uri="{A12FA001-AC4F-418D-AE19-62706E023703}">
                      <ahyp:hlinkClr xmlns:ahyp="http://schemas.microsoft.com/office/drawing/2018/hyperlinkcolor" val="tx"/>
                    </a:ext>
                  </a:extLst>
                </a:hlinkClick>
              </a:rPr>
              <a:t>Wound Care</a:t>
            </a:r>
            <a:endParaRPr lang="en-US" sz="1400">
              <a:latin typeface="Calibri Light"/>
              <a:cs typeface="Calibri"/>
            </a:endParaRPr>
          </a:p>
        </p:txBody>
      </p:sp>
      <p:sp>
        <p:nvSpPr>
          <p:cNvPr id="8" name="TextBox 7">
            <a:extLst>
              <a:ext uri="{FF2B5EF4-FFF2-40B4-BE49-F238E27FC236}">
                <a16:creationId xmlns:a16="http://schemas.microsoft.com/office/drawing/2014/main" id="{1248A848-CFEE-A282-9079-EACC45044375}"/>
              </a:ext>
            </a:extLst>
          </p:cNvPr>
          <p:cNvSpPr txBox="1"/>
          <p:nvPr/>
        </p:nvSpPr>
        <p:spPr>
          <a:xfrm>
            <a:off x="-2" y="6394172"/>
            <a:ext cx="579782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Calibri Light"/>
                <a:ea typeface="Calibri"/>
                <a:cs typeface="Calibri"/>
              </a:rPr>
              <a:t>Service list from: </a:t>
            </a:r>
            <a:r>
              <a:rPr lang="en-US" sz="1000" i="1">
                <a:latin typeface="Calibri Light"/>
                <a:ea typeface="Calibri"/>
                <a:cs typeface="Calibri"/>
              </a:rPr>
              <a:t>Our Services Listing | Banner Health</a:t>
            </a:r>
            <a:r>
              <a:rPr lang="en-US" sz="1000">
                <a:latin typeface="Calibri Light"/>
                <a:ea typeface="Calibri"/>
                <a:cs typeface="Calibri"/>
              </a:rPr>
              <a:t>. (n.d.). Www.bannerhealth.com. Retrieved December 8, 2023, from https://www.bannerhealth.com/services/service-listing</a:t>
            </a:r>
          </a:p>
          <a:p>
            <a:r>
              <a:rPr lang="en-US">
                <a:latin typeface="Calibri"/>
                <a:ea typeface="Calibri"/>
                <a:cs typeface="Calibri"/>
              </a:rPr>
              <a:t>‌</a:t>
            </a:r>
            <a:endParaRPr lang="en-US"/>
          </a:p>
        </p:txBody>
      </p:sp>
      <p:pic>
        <p:nvPicPr>
          <p:cNvPr id="9" name="Picture 8" descr="A blue and white logo&#10;&#10;Description automatically generated">
            <a:extLst>
              <a:ext uri="{FF2B5EF4-FFF2-40B4-BE49-F238E27FC236}">
                <a16:creationId xmlns:a16="http://schemas.microsoft.com/office/drawing/2014/main" id="{E9AA6FAC-7547-5C9E-F61A-05B571636382}"/>
              </a:ext>
            </a:extLst>
          </p:cNvPr>
          <p:cNvPicPr>
            <a:picLocks noChangeAspect="1"/>
          </p:cNvPicPr>
          <p:nvPr/>
        </p:nvPicPr>
        <p:blipFill>
          <a:blip r:embed="rId65"/>
          <a:stretch>
            <a:fillRect/>
          </a:stretch>
        </p:blipFill>
        <p:spPr>
          <a:xfrm>
            <a:off x="8611880" y="1754809"/>
            <a:ext cx="3102064" cy="3093580"/>
          </a:xfrm>
          <a:prstGeom prst="rect">
            <a:avLst/>
          </a:prstGeom>
        </p:spPr>
      </p:pic>
      <p:sp>
        <p:nvSpPr>
          <p:cNvPr id="10" name="TextBox 9">
            <a:extLst>
              <a:ext uri="{FF2B5EF4-FFF2-40B4-BE49-F238E27FC236}">
                <a16:creationId xmlns:a16="http://schemas.microsoft.com/office/drawing/2014/main" id="{CA28D5E1-101A-987C-2377-155E60F56F65}"/>
              </a:ext>
            </a:extLst>
          </p:cNvPr>
          <p:cNvSpPr txBox="1"/>
          <p:nvPr/>
        </p:nvSpPr>
        <p:spPr>
          <a:xfrm>
            <a:off x="8580784" y="4848090"/>
            <a:ext cx="3313042"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cs typeface="Calibri"/>
              </a:rPr>
              <a:t>Photo from: </a:t>
            </a:r>
            <a:r>
              <a:rPr lang="en-US" sz="800" i="1">
                <a:ea typeface="+mn-lt"/>
                <a:cs typeface="+mn-lt"/>
              </a:rPr>
              <a:t>banner health - Google Search</a:t>
            </a:r>
            <a:r>
              <a:rPr lang="en-US" sz="800">
                <a:ea typeface="+mn-lt"/>
                <a:cs typeface="+mn-lt"/>
              </a:rPr>
              <a:t>. (n.d.). </a:t>
            </a:r>
            <a:r>
              <a:rPr lang="en-US" sz="800">
                <a:ea typeface="+mn-lt"/>
                <a:cs typeface="+mn-lt"/>
                <a:hlinkClick r:id="rId66"/>
              </a:rPr>
              <a:t>Www.google.com</a:t>
            </a:r>
            <a:r>
              <a:rPr lang="en-US" sz="800">
                <a:ea typeface="+mn-lt"/>
                <a:cs typeface="+mn-lt"/>
              </a:rPr>
              <a:t>. Retrieved December 8, 2023, from </a:t>
            </a:r>
            <a:r>
              <a:rPr lang="en-US" sz="800">
                <a:ea typeface="+mn-lt"/>
                <a:cs typeface="+mn-lt"/>
                <a:hlinkClick r:id="rId67"/>
              </a:rPr>
              <a:t>https://www.google.com/search?sca_esv=588873340&amp;q=banner+health&amp;tbm=isch&amp;source=lnms&amp;sa=X&amp;sqi=2&amp;ved=2ahUKEwjbxZ_f7_6CAxXXMUQIHeBcCSQQ0pQJegQICxAB&amp;biw=1440&amp;bih=813&amp;dpr=2#imgrc=ZhET2d0b6IRBVM</a:t>
            </a:r>
            <a:endParaRPr lang="en-US" sz="800">
              <a:cs typeface="Calibri"/>
            </a:endParaRPr>
          </a:p>
          <a:p>
            <a:r>
              <a:rPr lang="en-US" sz="800">
                <a:ea typeface="+mn-lt"/>
                <a:cs typeface="+mn-lt"/>
              </a:rPr>
              <a:t>‌</a:t>
            </a:r>
            <a:endParaRPr lang="en-US" sz="800"/>
          </a:p>
          <a:p>
            <a:endParaRPr lang="en-US">
              <a:cs typeface="Calibri"/>
            </a:endParaRPr>
          </a:p>
        </p:txBody>
      </p:sp>
    </p:spTree>
    <p:extLst>
      <p:ext uri="{BB962C8B-B14F-4D97-AF65-F5344CB8AC3E}">
        <p14:creationId xmlns:p14="http://schemas.microsoft.com/office/powerpoint/2010/main" val="3259415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4AE2-C2C0-95E9-E689-C5B127F8C120}"/>
              </a:ext>
            </a:extLst>
          </p:cNvPr>
          <p:cNvSpPr>
            <a:spLocks noGrp="1"/>
          </p:cNvSpPr>
          <p:nvPr>
            <p:ph type="title"/>
          </p:nvPr>
        </p:nvSpPr>
        <p:spPr>
          <a:xfrm>
            <a:off x="572493" y="238539"/>
            <a:ext cx="11018520" cy="1434415"/>
          </a:xfrm>
        </p:spPr>
        <p:txBody>
          <a:bodyPr anchor="b">
            <a:normAutofit/>
          </a:bodyPr>
          <a:lstStyle/>
          <a:p>
            <a:r>
              <a:rPr lang="en-US" sz="4600" dirty="0">
                <a:cs typeface="Calibri Light"/>
              </a:rPr>
              <a:t> Banner Health's readiness to improve care  outcomes</a:t>
            </a:r>
            <a:endParaRPr lang="en-US" sz="4600" dirty="0"/>
          </a:p>
        </p:txBody>
      </p:sp>
      <p:sp>
        <p:nvSpPr>
          <p:cNvPr id="3" name="Content Placeholder 2">
            <a:extLst>
              <a:ext uri="{FF2B5EF4-FFF2-40B4-BE49-F238E27FC236}">
                <a16:creationId xmlns:a16="http://schemas.microsoft.com/office/drawing/2014/main" id="{DA00B5CB-0AE6-665D-1885-5DE7DAE7AB3B}"/>
              </a:ext>
            </a:extLst>
          </p:cNvPr>
          <p:cNvSpPr>
            <a:spLocks noGrp="1"/>
          </p:cNvSpPr>
          <p:nvPr>
            <p:ph idx="1"/>
          </p:nvPr>
        </p:nvSpPr>
        <p:spPr>
          <a:xfrm>
            <a:off x="572493" y="2071316"/>
            <a:ext cx="6713552" cy="4119172"/>
          </a:xfrm>
        </p:spPr>
        <p:txBody>
          <a:bodyPr anchor="t">
            <a:normAutofit/>
          </a:bodyPr>
          <a:lstStyle/>
          <a:p>
            <a:r>
              <a:rPr lang="en-US" sz="1500" dirty="0"/>
              <a:t>In every area that Banner Health serves, it is well-prepared for changes due to its steady growth and effective leadership. The organization's readiness for change is evaluated by assessing leadership quality, available resources, and staff's willingness to learn and adapt.</a:t>
            </a:r>
          </a:p>
          <a:p>
            <a:r>
              <a:rPr lang="en-US" sz="1500" dirty="0"/>
              <a:t>Banner Health is ever-evolving, the organization has steadily expanded its network over the past decade, indicating adaptability and a quick approach to meeting evolving healthcare needs.</a:t>
            </a:r>
            <a:endParaRPr lang="en-US" sz="1500" dirty="0">
              <a:cs typeface="Calibri"/>
            </a:endParaRPr>
          </a:p>
          <a:p>
            <a:r>
              <a:rPr lang="en-US" sz="1500" dirty="0"/>
              <a:t>The leadership philosophy, as said by CEO Peter Fine, "</a:t>
            </a:r>
            <a:r>
              <a:rPr lang="en-US" sz="1500" b="0" i="0" dirty="0">
                <a:effectLst/>
              </a:rPr>
              <a:t>visibility breeds trust, authority breeds trust, and if you want to be trusted, you better be visible”</a:t>
            </a:r>
            <a:r>
              <a:rPr lang="en-US" sz="1500" dirty="0"/>
              <a:t> emphasizes visibility, trust-building, and a willingness to make difficult decisions. These attributes are positive to fostering an atmosphere of accountability and continuous improvement in care delivery.</a:t>
            </a:r>
            <a:endParaRPr lang="en-US" sz="1500" dirty="0">
              <a:cs typeface="Calibri"/>
            </a:endParaRPr>
          </a:p>
          <a:p>
            <a:r>
              <a:rPr lang="en-US" sz="1500" dirty="0"/>
              <a:t>We believe that Banner Health's readiness to improve care outcomes seems promising, given its strategic planning, leadership philosophy, workforce expansion, and etc. All these things together make Banner Health ready to handle changes and keep improving the care they give to patients.</a:t>
            </a:r>
            <a:endParaRPr lang="en-US" sz="1500" dirty="0">
              <a:cs typeface="Calibri" panose="020F0502020204030204"/>
            </a:endParaRPr>
          </a:p>
        </p:txBody>
      </p:sp>
      <p:pic>
        <p:nvPicPr>
          <p:cNvPr id="2050" name="Picture 2" descr="How to Improve Population Health Management with RPM">
            <a:extLst>
              <a:ext uri="{FF2B5EF4-FFF2-40B4-BE49-F238E27FC236}">
                <a16:creationId xmlns:a16="http://schemas.microsoft.com/office/drawing/2014/main" id="{7925601F-CE1E-C66A-A27D-65773EE6BF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109" r="23625" b="2"/>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D9F0F2B-DD04-0B16-5C84-38BF159164DC}"/>
              </a:ext>
            </a:extLst>
          </p:cNvPr>
          <p:cNvSpPr txBox="1"/>
          <p:nvPr/>
        </p:nvSpPr>
        <p:spPr>
          <a:xfrm>
            <a:off x="7858538" y="6190488"/>
            <a:ext cx="4330414" cy="507831"/>
          </a:xfrm>
          <a:prstGeom prst="rect">
            <a:avLst/>
          </a:prstGeom>
          <a:noFill/>
        </p:spPr>
        <p:txBody>
          <a:bodyPr wrap="square" rtlCol="0">
            <a:spAutoFit/>
          </a:bodyPr>
          <a:lstStyle/>
          <a:p>
            <a:r>
              <a:rPr lang="en-US" sz="900">
                <a:effectLst/>
              </a:rPr>
              <a:t>Health Recovery Solutions. (2023, September 28). </a:t>
            </a:r>
            <a:r>
              <a:rPr lang="en-US" sz="900" i="1">
                <a:effectLst/>
              </a:rPr>
              <a:t>How to improve population health management with RPM</a:t>
            </a:r>
            <a:r>
              <a:rPr lang="en-US" sz="900">
                <a:effectLst/>
              </a:rPr>
              <a:t>. HRS. https://</a:t>
            </a:r>
            <a:r>
              <a:rPr lang="en-US" sz="900" err="1">
                <a:effectLst/>
              </a:rPr>
              <a:t>www.healthrecoverysolutions.com</a:t>
            </a:r>
            <a:r>
              <a:rPr lang="en-US" sz="900">
                <a:effectLst/>
              </a:rPr>
              <a:t>/blog/how-to-improve-population-health-management-with-rpm </a:t>
            </a:r>
          </a:p>
        </p:txBody>
      </p:sp>
    </p:spTree>
    <p:extLst>
      <p:ext uri="{BB962C8B-B14F-4D97-AF65-F5344CB8AC3E}">
        <p14:creationId xmlns:p14="http://schemas.microsoft.com/office/powerpoint/2010/main" val="23814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ign with a logo on it&#10;&#10;Description automatically generated">
            <a:extLst>
              <a:ext uri="{FF2B5EF4-FFF2-40B4-BE49-F238E27FC236}">
                <a16:creationId xmlns:a16="http://schemas.microsoft.com/office/drawing/2014/main" id="{212AC828-2640-98D5-35B1-32FCA157DD5F}"/>
              </a:ext>
            </a:extLst>
          </p:cNvPr>
          <p:cNvPicPr>
            <a:picLocks noChangeAspect="1"/>
          </p:cNvPicPr>
          <p:nvPr/>
        </p:nvPicPr>
        <p:blipFill rotWithShape="1">
          <a:blip r:embed="rId2"/>
          <a:srcRect l="4029" r="3970" b="1"/>
          <a:stretch/>
        </p:blipFill>
        <p:spPr>
          <a:xfrm>
            <a:off x="2522356"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D2453BE-EED6-1BBC-4651-253D26348138}"/>
              </a:ext>
            </a:extLst>
          </p:cNvPr>
          <p:cNvSpPr>
            <a:spLocks noGrp="1"/>
          </p:cNvSpPr>
          <p:nvPr>
            <p:ph type="title"/>
          </p:nvPr>
        </p:nvSpPr>
        <p:spPr>
          <a:xfrm>
            <a:off x="838200" y="365125"/>
            <a:ext cx="3822189" cy="1899912"/>
          </a:xfrm>
        </p:spPr>
        <p:txBody>
          <a:bodyPr>
            <a:normAutofit/>
          </a:bodyPr>
          <a:lstStyle/>
          <a:p>
            <a:r>
              <a:rPr lang="en-US" sz="4000">
                <a:latin typeface="Calibri Light"/>
                <a:cs typeface="Calibri Light"/>
              </a:rPr>
              <a:t>Banner Health as a Health Care Organization</a:t>
            </a:r>
          </a:p>
        </p:txBody>
      </p:sp>
      <p:sp>
        <p:nvSpPr>
          <p:cNvPr id="3" name="Content Placeholder 2">
            <a:extLst>
              <a:ext uri="{FF2B5EF4-FFF2-40B4-BE49-F238E27FC236}">
                <a16:creationId xmlns:a16="http://schemas.microsoft.com/office/drawing/2014/main" id="{DE2ECDED-DC09-738E-E78F-F04499C28F41}"/>
              </a:ext>
            </a:extLst>
          </p:cNvPr>
          <p:cNvSpPr>
            <a:spLocks noGrp="1"/>
          </p:cNvSpPr>
          <p:nvPr>
            <p:ph idx="1"/>
          </p:nvPr>
        </p:nvSpPr>
        <p:spPr>
          <a:xfrm>
            <a:off x="838200" y="2434201"/>
            <a:ext cx="3822189" cy="3742762"/>
          </a:xfrm>
        </p:spPr>
        <p:txBody>
          <a:bodyPr vert="horz" lIns="91440" tIns="45720" rIns="91440" bIns="45720" rtlCol="0">
            <a:normAutofit/>
          </a:bodyPr>
          <a:lstStyle/>
          <a:p>
            <a:r>
              <a:rPr lang="en-US" sz="1100">
                <a:cs typeface="Calibri"/>
              </a:rPr>
              <a:t>Banner Health's headquarters is in Phoenix and it "</a:t>
            </a:r>
            <a:r>
              <a:rPr lang="en-US" sz="1100">
                <a:ea typeface="+mn-lt"/>
                <a:cs typeface="+mn-lt"/>
              </a:rPr>
              <a:t>is one of the largest, nonprofit health care systems in the country" (BHF).</a:t>
            </a:r>
          </a:p>
          <a:p>
            <a:r>
              <a:rPr lang="en-US" sz="1100">
                <a:cs typeface="Calibri"/>
              </a:rPr>
              <a:t>Banner serves its patients as opposed to generate profit off them</a:t>
            </a:r>
          </a:p>
          <a:p>
            <a:r>
              <a:rPr lang="en-US" sz="1100">
                <a:cs typeface="Calibri"/>
              </a:rPr>
              <a:t>Any money that Banner earns goes into "new hospital beds, n</a:t>
            </a:r>
            <a:r>
              <a:rPr lang="en-US" sz="1100">
                <a:ea typeface="+mn-lt"/>
                <a:cs typeface="+mn-lt"/>
              </a:rPr>
              <a:t>ew or expanding patient care services, new physician services, new technologies, maintaining existing equipment and facilities, and paying employees’ salaries" (BHF).</a:t>
            </a:r>
            <a:endParaRPr lang="en-US" sz="1100">
              <a:cs typeface="Calibri" panose="020F0502020204030204"/>
            </a:endParaRPr>
          </a:p>
          <a:p>
            <a:r>
              <a:rPr lang="en-US" sz="1100">
                <a:ea typeface="+mn-lt"/>
                <a:cs typeface="+mn-lt"/>
              </a:rPr>
              <a:t>"With more than 1 million members currently served by the Banner Health's provider networks, Banner has demonstrated the ability to effectively manage the health and wellness of populations of insured members in both government and private plans" (BHF)</a:t>
            </a:r>
            <a:endParaRPr lang="en-US" sz="1100">
              <a:cs typeface="Calibri"/>
            </a:endParaRPr>
          </a:p>
          <a:p>
            <a:r>
              <a:rPr lang="en-US" sz="1100">
                <a:ea typeface="+mn-lt"/>
                <a:cs typeface="+mn-lt"/>
              </a:rPr>
              <a:t>Community aspect: "We provide $122 million in charity care. Unpaid cost of public programs, Medicaid and other programs for those uninsured - $380 million. Health professional education - $103 million. Research activities - $17 million. Total cost of the community benefit and the unpaid cost of Medicare - $890 million" (BHF)</a:t>
            </a:r>
            <a:endParaRPr lang="en-US" sz="1100">
              <a:cs typeface="Calibri" panose="020F0502020204030204"/>
            </a:endParaRPr>
          </a:p>
          <a:p>
            <a:endParaRPr lang="en-US" sz="1100">
              <a:cs typeface="Calibri" panose="020F0502020204030204"/>
            </a:endParaRPr>
          </a:p>
          <a:p>
            <a:endParaRPr lang="en-US" sz="1100">
              <a:cs typeface="Calibri" panose="020F0502020204030204"/>
            </a:endParaRPr>
          </a:p>
        </p:txBody>
      </p:sp>
      <p:sp>
        <p:nvSpPr>
          <p:cNvPr id="5" name="TextBox 4">
            <a:extLst>
              <a:ext uri="{FF2B5EF4-FFF2-40B4-BE49-F238E27FC236}">
                <a16:creationId xmlns:a16="http://schemas.microsoft.com/office/drawing/2014/main" id="{C5143D8E-96DE-852B-1581-94CE239E5FF6}"/>
              </a:ext>
            </a:extLst>
          </p:cNvPr>
          <p:cNvSpPr txBox="1"/>
          <p:nvPr/>
        </p:nvSpPr>
        <p:spPr>
          <a:xfrm>
            <a:off x="49695" y="6350000"/>
            <a:ext cx="48204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800">
                <a:latin typeface="Calibri Light"/>
                <a:ea typeface="+mn-lt"/>
                <a:cs typeface="+mn-lt"/>
              </a:rPr>
              <a:t>Photo from: Innes, S. (2021). </a:t>
            </a:r>
            <a:r>
              <a:rPr lang="en-US" sz="800" i="1">
                <a:latin typeface="Calibri Light"/>
                <a:ea typeface="+mn-lt"/>
                <a:cs typeface="+mn-lt"/>
              </a:rPr>
              <a:t>Banner Health is requiring employees to get the COVID-19 vaccine by Nov. 1</a:t>
            </a:r>
            <a:r>
              <a:rPr lang="en-US" sz="800">
                <a:latin typeface="Calibri Light"/>
                <a:ea typeface="+mn-lt"/>
                <a:cs typeface="+mn-lt"/>
              </a:rPr>
              <a:t>. The Arizona Republic.</a:t>
            </a:r>
            <a:r>
              <a:rPr lang="en-US" sz="800">
                <a:latin typeface="Calibri Light"/>
                <a:ea typeface="+mn-lt"/>
                <a:cs typeface="+mn-lt"/>
                <a:hlinkClick r:id="rId3"/>
              </a:rPr>
              <a:t>https://www.azcentral.com/story/news/local/arizona-health/2021/07/20/banner-health-requiring-covid-19-vaccine-employees/8031756002/</a:t>
            </a:r>
            <a:endParaRPr lang="en-US" sz="800">
              <a:latin typeface="Calibri Light"/>
            </a:endParaRPr>
          </a:p>
          <a:p>
            <a:pPr>
              <a:spcAft>
                <a:spcPts val="600"/>
              </a:spcAft>
            </a:pPr>
            <a:r>
              <a:rPr lang="en-US">
                <a:ea typeface="+mn-lt"/>
                <a:cs typeface="+mn-lt"/>
              </a:rPr>
              <a:t>‌</a:t>
            </a:r>
            <a:endParaRPr lang="en-US"/>
          </a:p>
          <a:p>
            <a:pPr algn="l">
              <a:spcAft>
                <a:spcPts val="600"/>
              </a:spcAft>
            </a:pPr>
            <a:endParaRPr lang="en-US">
              <a:cs typeface="Calibri"/>
            </a:endParaRPr>
          </a:p>
        </p:txBody>
      </p:sp>
    </p:spTree>
    <p:extLst>
      <p:ext uri="{BB962C8B-B14F-4D97-AF65-F5344CB8AC3E}">
        <p14:creationId xmlns:p14="http://schemas.microsoft.com/office/powerpoint/2010/main" val="550989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CE814-673B-834A-A3FD-9F118B56F18C}"/>
              </a:ext>
            </a:extLst>
          </p:cNvPr>
          <p:cNvSpPr>
            <a:spLocks noGrp="1"/>
          </p:cNvSpPr>
          <p:nvPr>
            <p:ph type="title"/>
          </p:nvPr>
        </p:nvSpPr>
        <p:spPr/>
        <p:txBody>
          <a:bodyPr/>
          <a:lstStyle/>
          <a:p>
            <a:pPr algn="ctr"/>
            <a:r>
              <a:rPr lang="en-US" dirty="0"/>
              <a:t>Banner Health’s Strategic Plan</a:t>
            </a:r>
          </a:p>
        </p:txBody>
      </p:sp>
      <p:sp>
        <p:nvSpPr>
          <p:cNvPr id="3" name="Content Placeholder 2">
            <a:extLst>
              <a:ext uri="{FF2B5EF4-FFF2-40B4-BE49-F238E27FC236}">
                <a16:creationId xmlns:a16="http://schemas.microsoft.com/office/drawing/2014/main" id="{E99589D6-5666-29BB-6852-D121CB81A0BA}"/>
              </a:ext>
            </a:extLst>
          </p:cNvPr>
          <p:cNvSpPr>
            <a:spLocks noGrp="1"/>
          </p:cNvSpPr>
          <p:nvPr>
            <p:ph idx="1"/>
          </p:nvPr>
        </p:nvSpPr>
        <p:spPr>
          <a:xfrm>
            <a:off x="838200" y="1690688"/>
            <a:ext cx="3252537" cy="4351338"/>
          </a:xfrm>
        </p:spPr>
        <p:txBody>
          <a:bodyPr>
            <a:noAutofit/>
          </a:bodyPr>
          <a:lstStyle/>
          <a:p>
            <a:r>
              <a:rPr lang="en-US" sz="1400"/>
              <a:t>Recently in 2022, Banner Health conducted a Community Health Needs Assessment (CHNA) and identified significant health needs.</a:t>
            </a:r>
          </a:p>
          <a:p>
            <a:r>
              <a:rPr lang="en-US" sz="1400"/>
              <a:t>In response to this Banner developed systemwide strategies to address these needs.</a:t>
            </a:r>
          </a:p>
          <a:p>
            <a:pPr lvl="1"/>
            <a:r>
              <a:rPr lang="en-US" sz="1400"/>
              <a:t>The strategies include improving community health, supporting team members through wellness programs, aligning strategies with Social Determinants of Health (SDOH) practices, addressing specific health needs like chronic disease management, cancer screenings, behavioral health, and </a:t>
            </a:r>
            <a:r>
              <a:rPr lang="en-US" sz="1400" err="1"/>
              <a:t>etc</a:t>
            </a:r>
            <a:r>
              <a:rPr lang="en-US" sz="1400"/>
              <a:t> (Banner Health, 2022).</a:t>
            </a:r>
          </a:p>
          <a:p>
            <a:r>
              <a:rPr lang="en-US" sz="1400"/>
              <a:t>Each one of these strategies, there are specific actions and expected results. The main goals are to make healthcare more accessible, increase awareness, and offer support in different healthcare settings.</a:t>
            </a:r>
          </a:p>
        </p:txBody>
      </p:sp>
      <p:sp>
        <p:nvSpPr>
          <p:cNvPr id="5" name="TextBox 4">
            <a:extLst>
              <a:ext uri="{FF2B5EF4-FFF2-40B4-BE49-F238E27FC236}">
                <a16:creationId xmlns:a16="http://schemas.microsoft.com/office/drawing/2014/main" id="{3F39A6FC-2844-2451-8FF0-016776711CC1}"/>
              </a:ext>
            </a:extLst>
          </p:cNvPr>
          <p:cNvSpPr txBox="1"/>
          <p:nvPr/>
        </p:nvSpPr>
        <p:spPr>
          <a:xfrm>
            <a:off x="5029200" y="4243388"/>
            <a:ext cx="6324600" cy="538609"/>
          </a:xfrm>
          <a:prstGeom prst="rect">
            <a:avLst/>
          </a:prstGeom>
          <a:noFill/>
        </p:spPr>
        <p:txBody>
          <a:bodyPr wrap="square" rtlCol="0">
            <a:spAutoFit/>
          </a:bodyPr>
          <a:lstStyle/>
          <a:p>
            <a:pPr marL="285750" indent="-285750">
              <a:buFont typeface="Arial" panose="020B0604020202020204" pitchFamily="34" charset="0"/>
              <a:buChar char="•"/>
            </a:pPr>
            <a:r>
              <a:rPr lang="en-US" sz="1450"/>
              <a:t>The overall goal is to enhance community well-being by implementing targeted healthcare interventions and support systems.</a:t>
            </a:r>
          </a:p>
        </p:txBody>
      </p:sp>
      <p:pic>
        <p:nvPicPr>
          <p:cNvPr id="6" name="Picture 2" descr="Banner Health - Work Effects">
            <a:extLst>
              <a:ext uri="{FF2B5EF4-FFF2-40B4-BE49-F238E27FC236}">
                <a16:creationId xmlns:a16="http://schemas.microsoft.com/office/drawing/2014/main" id="{9C771BCC-8772-3CFD-6F23-D2CB52CDAF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0737" y="1685131"/>
            <a:ext cx="7873184" cy="21812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E26C6A-1E0C-04B9-BECF-A1BBD853611E}"/>
              </a:ext>
            </a:extLst>
          </p:cNvPr>
          <p:cNvSpPr txBox="1"/>
          <p:nvPr/>
        </p:nvSpPr>
        <p:spPr>
          <a:xfrm>
            <a:off x="5943600" y="3910263"/>
            <a:ext cx="4559968" cy="230832"/>
          </a:xfrm>
          <a:prstGeom prst="rect">
            <a:avLst/>
          </a:prstGeom>
          <a:noFill/>
        </p:spPr>
        <p:txBody>
          <a:bodyPr wrap="square" rtlCol="0">
            <a:spAutoFit/>
          </a:bodyPr>
          <a:lstStyle/>
          <a:p>
            <a:r>
              <a:rPr lang="en-US" sz="900">
                <a:effectLst/>
              </a:rPr>
              <a:t>Work Effects. (2018, December 20). </a:t>
            </a:r>
            <a:r>
              <a:rPr lang="en-US" sz="900" i="1">
                <a:effectLst/>
              </a:rPr>
              <a:t>Banner health</a:t>
            </a:r>
            <a:r>
              <a:rPr lang="en-US" sz="900">
                <a:effectLst/>
              </a:rPr>
              <a:t>. https://work-</a:t>
            </a:r>
            <a:r>
              <a:rPr lang="en-US" sz="900" err="1">
                <a:effectLst/>
              </a:rPr>
              <a:t>effects.com</a:t>
            </a:r>
            <a:r>
              <a:rPr lang="en-US" sz="900">
                <a:effectLst/>
              </a:rPr>
              <a:t>/banner-health/ </a:t>
            </a:r>
          </a:p>
        </p:txBody>
      </p:sp>
    </p:spTree>
    <p:extLst>
      <p:ext uri="{BB962C8B-B14F-4D97-AF65-F5344CB8AC3E}">
        <p14:creationId xmlns:p14="http://schemas.microsoft.com/office/powerpoint/2010/main" val="3537974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3" name="Rectangle 309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etworking for Personal and Professional Growth - ReachExt K.K.">
            <a:extLst>
              <a:ext uri="{FF2B5EF4-FFF2-40B4-BE49-F238E27FC236}">
                <a16:creationId xmlns:a16="http://schemas.microsoft.com/office/drawing/2014/main" id="{D3E0D7ED-AFDE-F8D8-B903-592F1B23BA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175" r="18376"/>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95" name="Rectangle 309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E89568-C365-24AD-548D-295B98D4366B}"/>
              </a:ext>
            </a:extLst>
          </p:cNvPr>
          <p:cNvSpPr>
            <a:spLocks noGrp="1"/>
          </p:cNvSpPr>
          <p:nvPr>
            <p:ph type="title"/>
          </p:nvPr>
        </p:nvSpPr>
        <p:spPr>
          <a:xfrm>
            <a:off x="838200" y="365125"/>
            <a:ext cx="3822189" cy="1899912"/>
          </a:xfrm>
        </p:spPr>
        <p:txBody>
          <a:bodyPr>
            <a:normAutofit/>
          </a:bodyPr>
          <a:lstStyle/>
          <a:p>
            <a:r>
              <a:rPr lang="en-US" sz="2500" dirty="0"/>
              <a:t>How Does Banner Address Issues Pertaining to Network Growth and Nurse Staffing?</a:t>
            </a:r>
          </a:p>
        </p:txBody>
      </p:sp>
      <p:sp>
        <p:nvSpPr>
          <p:cNvPr id="3" name="Content Placeholder 2">
            <a:extLst>
              <a:ext uri="{FF2B5EF4-FFF2-40B4-BE49-F238E27FC236}">
                <a16:creationId xmlns:a16="http://schemas.microsoft.com/office/drawing/2014/main" id="{4C613FB3-4EAC-FB49-37FC-C0701E0EF0E5}"/>
              </a:ext>
            </a:extLst>
          </p:cNvPr>
          <p:cNvSpPr>
            <a:spLocks noGrp="1"/>
          </p:cNvSpPr>
          <p:nvPr>
            <p:ph idx="1"/>
          </p:nvPr>
        </p:nvSpPr>
        <p:spPr>
          <a:xfrm>
            <a:off x="838200" y="2434201"/>
            <a:ext cx="3822189" cy="3742762"/>
          </a:xfrm>
        </p:spPr>
        <p:txBody>
          <a:bodyPr>
            <a:normAutofit/>
          </a:bodyPr>
          <a:lstStyle/>
          <a:p>
            <a:r>
              <a:rPr lang="en-US" sz="1300"/>
              <a:t>As part of Banner Health’s strategic plan which focuses on meeting citizen’s healthcare needs in the next decade. The organization has been acquiring healthcare facilities to expand its network.</a:t>
            </a:r>
          </a:p>
          <a:p>
            <a:r>
              <a:rPr lang="en-US" sz="1300"/>
              <a:t>The organization aims to respond to the rising healthcare needs of an aging population by establishing new facilities and ensuring accessibility to effective, affordable medical care. </a:t>
            </a:r>
          </a:p>
          <a:p>
            <a:r>
              <a:rPr lang="en-US" sz="1300"/>
              <a:t>Healthcare workers are always pursuing ever-learning education to learn and adapt to technologies that will be implemented in the healthcare industry.</a:t>
            </a:r>
          </a:p>
          <a:p>
            <a:r>
              <a:rPr lang="en-US" sz="1300"/>
              <a:t>Staffing strategies prioritize mandated nurse and physician ratios to prevent burnout, with support from interprofessional training programs keeping healthcare workers updated on evidence-based practices and technologies.</a:t>
            </a:r>
          </a:p>
        </p:txBody>
      </p:sp>
      <p:sp>
        <p:nvSpPr>
          <p:cNvPr id="4" name="TextBox 3">
            <a:extLst>
              <a:ext uri="{FF2B5EF4-FFF2-40B4-BE49-F238E27FC236}">
                <a16:creationId xmlns:a16="http://schemas.microsoft.com/office/drawing/2014/main" id="{BF2D54C8-C7CD-B71F-DB13-2C64A1F3BCB4}"/>
              </a:ext>
            </a:extLst>
          </p:cNvPr>
          <p:cNvSpPr txBox="1"/>
          <p:nvPr/>
        </p:nvSpPr>
        <p:spPr>
          <a:xfrm>
            <a:off x="0" y="6488658"/>
            <a:ext cx="6477000" cy="369332"/>
          </a:xfrm>
          <a:prstGeom prst="rect">
            <a:avLst/>
          </a:prstGeom>
          <a:noFill/>
        </p:spPr>
        <p:txBody>
          <a:bodyPr wrap="square" rtlCol="0">
            <a:spAutoFit/>
          </a:bodyPr>
          <a:lstStyle/>
          <a:p>
            <a:pPr>
              <a:spcAft>
                <a:spcPts val="600"/>
              </a:spcAft>
            </a:pPr>
            <a:r>
              <a:rPr lang="en-US" sz="900">
                <a:effectLst/>
              </a:rPr>
              <a:t>Himanshu </a:t>
            </a:r>
            <a:r>
              <a:rPr lang="en-US" sz="900" err="1">
                <a:effectLst/>
              </a:rPr>
              <a:t>JainComing</a:t>
            </a:r>
            <a:r>
              <a:rPr lang="en-US" sz="900">
                <a:effectLst/>
              </a:rPr>
              <a:t> from an IT background of SAP consulting. (n.d.). </a:t>
            </a:r>
            <a:r>
              <a:rPr lang="en-US" sz="900" i="1">
                <a:effectLst/>
              </a:rPr>
              <a:t>Networking for personal and professional growth</a:t>
            </a:r>
            <a:r>
              <a:rPr lang="en-US" sz="900">
                <a:effectLst/>
              </a:rPr>
              <a:t>. </a:t>
            </a:r>
            <a:r>
              <a:rPr lang="en-US" sz="900" err="1">
                <a:effectLst/>
              </a:rPr>
              <a:t>ReachExt</a:t>
            </a:r>
            <a:r>
              <a:rPr lang="en-US" sz="900">
                <a:effectLst/>
              </a:rPr>
              <a:t> K.K. https://</a:t>
            </a:r>
            <a:r>
              <a:rPr lang="en-US" sz="900" err="1">
                <a:effectLst/>
              </a:rPr>
              <a:t>www.reachext.co.jp</a:t>
            </a:r>
            <a:r>
              <a:rPr lang="en-US" sz="900">
                <a:effectLst/>
              </a:rPr>
              <a:t>/career-advice/networking-for-personal-and-professional-growth </a:t>
            </a:r>
          </a:p>
        </p:txBody>
      </p:sp>
    </p:spTree>
    <p:extLst>
      <p:ext uri="{BB962C8B-B14F-4D97-AF65-F5344CB8AC3E}">
        <p14:creationId xmlns:p14="http://schemas.microsoft.com/office/powerpoint/2010/main" val="3079793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6" name="Rectangle 410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Making the Patient Experience a Better Experience: Introducing Our New  Patient Feedback Survey - Cedar">
            <a:extLst>
              <a:ext uri="{FF2B5EF4-FFF2-40B4-BE49-F238E27FC236}">
                <a16:creationId xmlns:a16="http://schemas.microsoft.com/office/drawing/2014/main" id="{762F7B8A-96EB-7FDF-8F14-2554C4B752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689"/>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9" name="Rectangle 410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F83DD5-A85D-E922-9A39-07EB406E6345}"/>
              </a:ext>
            </a:extLst>
          </p:cNvPr>
          <p:cNvSpPr>
            <a:spLocks noGrp="1"/>
          </p:cNvSpPr>
          <p:nvPr>
            <p:ph type="title"/>
          </p:nvPr>
        </p:nvSpPr>
        <p:spPr>
          <a:xfrm>
            <a:off x="838200" y="365125"/>
            <a:ext cx="3822189" cy="1899912"/>
          </a:xfrm>
        </p:spPr>
        <p:txBody>
          <a:bodyPr>
            <a:normAutofit/>
          </a:bodyPr>
          <a:lstStyle/>
          <a:p>
            <a:r>
              <a:rPr lang="en-US" sz="2500"/>
              <a:t>How Does Banner Addresses Issues Pertaining to Resource Management and Patient Satisfaction?</a:t>
            </a:r>
          </a:p>
        </p:txBody>
      </p:sp>
      <p:sp>
        <p:nvSpPr>
          <p:cNvPr id="3" name="Content Placeholder 2">
            <a:extLst>
              <a:ext uri="{FF2B5EF4-FFF2-40B4-BE49-F238E27FC236}">
                <a16:creationId xmlns:a16="http://schemas.microsoft.com/office/drawing/2014/main" id="{4BF5183E-E3C3-5E5B-593B-1756C826C3CF}"/>
              </a:ext>
            </a:extLst>
          </p:cNvPr>
          <p:cNvSpPr>
            <a:spLocks noGrp="1"/>
          </p:cNvSpPr>
          <p:nvPr>
            <p:ph idx="1"/>
          </p:nvPr>
        </p:nvSpPr>
        <p:spPr>
          <a:xfrm>
            <a:off x="650461" y="2069766"/>
            <a:ext cx="3822189" cy="3742762"/>
          </a:xfrm>
        </p:spPr>
        <p:txBody>
          <a:bodyPr vert="horz" lIns="91440" tIns="45720" rIns="91440" bIns="45720" rtlCol="0" anchor="t">
            <a:noAutofit/>
          </a:bodyPr>
          <a:lstStyle/>
          <a:p>
            <a:r>
              <a:rPr lang="en-US" sz="1200" dirty="0"/>
              <a:t>Banner Health’s strategic plan focuses on patient satisfaction by establishing new facilities to respond to the increasing healthcare needs of the population.</a:t>
            </a:r>
            <a:endParaRPr lang="en-US" sz="1200" dirty="0">
              <a:cs typeface="Calibri"/>
            </a:endParaRPr>
          </a:p>
          <a:p>
            <a:r>
              <a:rPr lang="en-US" sz="1200" dirty="0"/>
              <a:t>Banner Health recognizes the important of staffing ratios. By mandating practical patient-to-nurse ratios it allows nurses to not be burnt out and provide ensured quality care to their patients, which in return improves their satisfaction.</a:t>
            </a:r>
            <a:endParaRPr lang="en-US" sz="1200" dirty="0">
              <a:cs typeface="Calibri"/>
            </a:endParaRPr>
          </a:p>
          <a:p>
            <a:r>
              <a:rPr lang="en-US" sz="1200" dirty="0"/>
              <a:t>Banner Health allocates their resources effectively to meet the evolving healthcare needs of the population</a:t>
            </a:r>
            <a:endParaRPr lang="en-US" sz="1200" dirty="0">
              <a:cs typeface="Calibri"/>
            </a:endParaRPr>
          </a:p>
          <a:p>
            <a:pPr lvl="1"/>
            <a:r>
              <a:rPr lang="en-US" sz="1200" dirty="0"/>
              <a:t>They do this by investing in training programs for healthcare professionals, ensuring that they are equipped with the latest skills and knowledge. This not only enhances the quality of patient care but also contributes to the overall readiness of the organization to adapt to new challenges.</a:t>
            </a:r>
            <a:endParaRPr lang="en-US" sz="1200" dirty="0">
              <a:cs typeface="Calibri"/>
            </a:endParaRPr>
          </a:p>
          <a:p>
            <a:pPr lvl="1"/>
            <a:r>
              <a:rPr lang="en-US" sz="1200" dirty="0"/>
              <a:t>And a focus on effective human resource management, which includes recruitment, training, and retention of skilled healthcare professionals. Especially, the organization's emphasis on maintaining practical staffing ratios that prevents burnout and contributes to positive patient outcomes.</a:t>
            </a:r>
            <a:endParaRPr lang="en-US" sz="1200" dirty="0">
              <a:cs typeface="Calibri"/>
            </a:endParaRPr>
          </a:p>
        </p:txBody>
      </p:sp>
    </p:spTree>
    <p:extLst>
      <p:ext uri="{BB962C8B-B14F-4D97-AF65-F5344CB8AC3E}">
        <p14:creationId xmlns:p14="http://schemas.microsoft.com/office/powerpoint/2010/main" val="14424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multi coloured wooden stick figures">
            <a:extLst>
              <a:ext uri="{FF2B5EF4-FFF2-40B4-BE49-F238E27FC236}">
                <a16:creationId xmlns:a16="http://schemas.microsoft.com/office/drawing/2014/main" id="{7A05B698-67E2-8622-20DF-C276D600DF01}"/>
              </a:ext>
            </a:extLst>
          </p:cNvPr>
          <p:cNvPicPr>
            <a:picLocks noChangeAspect="1"/>
          </p:cNvPicPr>
          <p:nvPr/>
        </p:nvPicPr>
        <p:blipFill rotWithShape="1">
          <a:blip r:embed="rId2"/>
          <a:srcRect t="9091" r="20426"/>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A53C97-4380-6C8E-D868-A996BC5F7387}"/>
              </a:ext>
            </a:extLst>
          </p:cNvPr>
          <p:cNvSpPr>
            <a:spLocks noGrp="1"/>
          </p:cNvSpPr>
          <p:nvPr>
            <p:ph type="title"/>
          </p:nvPr>
        </p:nvSpPr>
        <p:spPr>
          <a:xfrm>
            <a:off x="354529" y="1591983"/>
            <a:ext cx="3438144" cy="1124712"/>
          </a:xfrm>
        </p:spPr>
        <p:txBody>
          <a:bodyPr vert="horz" lIns="91440" tIns="45720" rIns="91440" bIns="45720" rtlCol="0" anchor="b">
            <a:normAutofit/>
          </a:bodyPr>
          <a:lstStyle/>
          <a:p>
            <a:r>
              <a:rPr lang="en-US" sz="2800"/>
              <a:t> Shared Governance:</a:t>
            </a:r>
          </a:p>
          <a:p>
            <a:endParaRPr lang="en-US" sz="2800"/>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Rectangle 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63962A0-9594-47F1-5EAB-1304317C573D}"/>
              </a:ext>
            </a:extLst>
          </p:cNvPr>
          <p:cNvSpPr txBox="1"/>
          <p:nvPr/>
        </p:nvSpPr>
        <p:spPr>
          <a:xfrm>
            <a:off x="371094" y="2718054"/>
            <a:ext cx="4057340" cy="373734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400" dirty="0"/>
              <a:t>Defines a team leadership structure which promotes open dialogue between all members to create a shared vision. This results in completely sharing the making and execution of decisions. </a:t>
            </a:r>
            <a:br>
              <a:rPr lang="en-US" sz="900" dirty="0"/>
            </a:br>
            <a:endParaRPr lang="en-US" sz="1400" dirty="0">
              <a:cs typeface="Calibri"/>
            </a:endParaRPr>
          </a:p>
          <a:p>
            <a:pPr>
              <a:lnSpc>
                <a:spcPct val="90000"/>
              </a:lnSpc>
              <a:spcAft>
                <a:spcPts val="600"/>
              </a:spcAft>
            </a:pPr>
            <a:r>
              <a:rPr lang="en-US" sz="1400" dirty="0"/>
              <a:t>Key Shared Governance Behaviors:</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Respect all Opinions</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Consider all Feedback</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Decisions made with appropriate representation</a:t>
            </a:r>
            <a:br>
              <a:rPr lang="en-US" sz="900" dirty="0"/>
            </a:br>
            <a:endParaRPr lang="en-US" sz="1400" dirty="0">
              <a:cs typeface="Calibri"/>
            </a:endParaRPr>
          </a:p>
          <a:p>
            <a:pPr>
              <a:lnSpc>
                <a:spcPct val="90000"/>
              </a:lnSpc>
              <a:spcAft>
                <a:spcPts val="600"/>
              </a:spcAft>
            </a:pPr>
            <a:r>
              <a:rPr lang="en-US" sz="1400" dirty="0"/>
              <a:t>Shared Decisions incorporate:</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Shared Accountability</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Engagement</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Encourage empowerment of staff</a:t>
            </a:r>
            <a:endParaRPr lang="en-US" sz="1400" dirty="0">
              <a:cs typeface="Calibri"/>
            </a:endParaRPr>
          </a:p>
          <a:p>
            <a:pPr marL="171450" indent="-228600">
              <a:lnSpc>
                <a:spcPct val="90000"/>
              </a:lnSpc>
              <a:spcAft>
                <a:spcPts val="600"/>
              </a:spcAft>
              <a:buFont typeface="Arial" panose="020B0604020202020204" pitchFamily="34" charset="0"/>
              <a:buChar char="•"/>
            </a:pPr>
            <a:r>
              <a:rPr lang="en-US" sz="1400" dirty="0"/>
              <a:t>Foster trust</a:t>
            </a:r>
            <a:endParaRPr lang="en-US" sz="1400" dirty="0">
              <a:cs typeface="Calibri"/>
            </a:endParaRPr>
          </a:p>
          <a:p>
            <a:pPr indent="-228600">
              <a:lnSpc>
                <a:spcPct val="90000"/>
              </a:lnSpc>
              <a:spcAft>
                <a:spcPts val="600"/>
              </a:spcAft>
              <a:buFont typeface="Arial" panose="020B0604020202020204" pitchFamily="34" charset="0"/>
              <a:buChar char="•"/>
            </a:pPr>
            <a:endParaRPr lang="en-US" sz="900"/>
          </a:p>
          <a:p>
            <a:pPr indent="-228600">
              <a:lnSpc>
                <a:spcPct val="90000"/>
              </a:lnSpc>
              <a:spcAft>
                <a:spcPts val="600"/>
              </a:spcAft>
              <a:buFont typeface="Arial" panose="020B0604020202020204" pitchFamily="34" charset="0"/>
              <a:buChar char="•"/>
            </a:pPr>
            <a:endParaRPr lang="en-US" sz="900"/>
          </a:p>
          <a:p>
            <a:pPr indent="-228600">
              <a:lnSpc>
                <a:spcPct val="90000"/>
              </a:lnSpc>
              <a:spcAft>
                <a:spcPts val="600"/>
              </a:spcAft>
              <a:buFont typeface="Arial" panose="020B0604020202020204" pitchFamily="34" charset="0"/>
              <a:buChar char="•"/>
            </a:pPr>
            <a:endParaRPr lang="en-US" sz="900"/>
          </a:p>
        </p:txBody>
      </p:sp>
    </p:spTree>
    <p:extLst>
      <p:ext uri="{BB962C8B-B14F-4D97-AF65-F5344CB8AC3E}">
        <p14:creationId xmlns:p14="http://schemas.microsoft.com/office/powerpoint/2010/main" val="2643178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nds-on top of each other">
            <a:extLst>
              <a:ext uri="{FF2B5EF4-FFF2-40B4-BE49-F238E27FC236}">
                <a16:creationId xmlns:a16="http://schemas.microsoft.com/office/drawing/2014/main" id="{A3B97B54-9BA2-2C51-5AF7-D5DC1C94524F}"/>
              </a:ext>
            </a:extLst>
          </p:cNvPr>
          <p:cNvPicPr>
            <a:picLocks noChangeAspect="1"/>
          </p:cNvPicPr>
          <p:nvPr/>
        </p:nvPicPr>
        <p:blipFill rotWithShape="1">
          <a:blip r:embed="rId2"/>
          <a:srcRect l="39425" r="10302" b="9090"/>
          <a:stretch/>
        </p:blipFill>
        <p:spPr>
          <a:xfrm>
            <a:off x="3523488" y="10"/>
            <a:ext cx="8668512" cy="6857990"/>
          </a:xfrm>
          <a:prstGeom prst="rect">
            <a:avLst/>
          </a:prstGeom>
        </p:spPr>
      </p:pic>
      <p:sp>
        <p:nvSpPr>
          <p:cNvPr id="21" name="Rectangle 2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06C104-20AF-97B1-87EA-C78682C500CE}"/>
              </a:ext>
            </a:extLst>
          </p:cNvPr>
          <p:cNvSpPr>
            <a:spLocks noGrp="1"/>
          </p:cNvSpPr>
          <p:nvPr>
            <p:ph type="title"/>
          </p:nvPr>
        </p:nvSpPr>
        <p:spPr>
          <a:xfrm>
            <a:off x="354529" y="951462"/>
            <a:ext cx="3438144" cy="1124712"/>
          </a:xfrm>
        </p:spPr>
        <p:txBody>
          <a:bodyPr vert="horz" lIns="91440" tIns="45720" rIns="91440" bIns="45720" rtlCol="0" anchor="b">
            <a:normAutofit/>
          </a:bodyPr>
          <a:lstStyle/>
          <a:p>
            <a:pPr>
              <a:spcAft>
                <a:spcPts val="600"/>
              </a:spcAft>
            </a:pPr>
            <a:r>
              <a:rPr lang="en-US" sz="2400"/>
              <a:t>Interprofessional Collaboration:</a:t>
            </a:r>
            <a:br>
              <a:rPr lang="en-US" sz="2400"/>
            </a:br>
            <a:endParaRPr lang="en-US" sz="2400"/>
          </a:p>
        </p:txBody>
      </p:sp>
      <p:sp>
        <p:nvSpPr>
          <p:cNvPr id="23" name="Rectangle 2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F2A26F54-5DF5-5E77-A370-88120A7A9EB2}"/>
              </a:ext>
            </a:extLst>
          </p:cNvPr>
          <p:cNvSpPr txBox="1"/>
          <p:nvPr/>
        </p:nvSpPr>
        <p:spPr>
          <a:xfrm>
            <a:off x="810324" y="1666748"/>
            <a:ext cx="5865457" cy="487917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Aft>
                <a:spcPts val="600"/>
              </a:spcAft>
            </a:pPr>
            <a:r>
              <a:rPr lang="en-US" sz="1400" dirty="0"/>
              <a:t>Nurses and other healthcare professionals, with different backgrounds, cultures and values, work together to meet complex healthcare challenges.</a:t>
            </a:r>
            <a:endParaRPr lang="en-US" sz="1400" dirty="0">
              <a:cs typeface="Calibri"/>
            </a:endParaRPr>
          </a:p>
          <a:p>
            <a:pPr>
              <a:lnSpc>
                <a:spcPct val="90000"/>
              </a:lnSpc>
              <a:spcAft>
                <a:spcPts val="600"/>
              </a:spcAft>
            </a:pPr>
            <a:r>
              <a:rPr lang="en-US" sz="1400" dirty="0"/>
              <a:t>Inclusion of Different Roles:</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professionals with different healthcare disciplines such as doctors, nurses, therapists</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Management</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Inside/Outside Stakeholders</a:t>
            </a:r>
            <a:endParaRPr lang="en-US" sz="1400">
              <a:cs typeface="Calibri" panose="020F0502020204030204"/>
            </a:endParaRPr>
          </a:p>
          <a:p>
            <a:pPr>
              <a:lnSpc>
                <a:spcPct val="90000"/>
              </a:lnSpc>
              <a:spcAft>
                <a:spcPts val="600"/>
              </a:spcAft>
            </a:pPr>
            <a:r>
              <a:rPr lang="en-US" sz="1400" dirty="0"/>
              <a:t>Key Interprofessional behaviors to assure proper collaboration:</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Communication</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Respect</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Altruism</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Excellence</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Ethics</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Accountability</a:t>
            </a:r>
            <a:endParaRPr lang="en-US" sz="1400">
              <a:cs typeface="Calibri"/>
            </a:endParaRPr>
          </a:p>
          <a:p>
            <a:pPr>
              <a:lnSpc>
                <a:spcPct val="90000"/>
              </a:lnSpc>
              <a:spcAft>
                <a:spcPts val="600"/>
              </a:spcAft>
            </a:pPr>
            <a:r>
              <a:rPr lang="en-US" sz="1400" dirty="0"/>
              <a:t>Diverse Backgrounds Incorporate different:</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Disciplines and expertise</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Cultures</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Adaptability</a:t>
            </a:r>
            <a:endParaRPr lang="en-US" sz="1400">
              <a:cs typeface="Calibri"/>
            </a:endParaRPr>
          </a:p>
          <a:p>
            <a:pPr marL="171450" indent="-228600">
              <a:lnSpc>
                <a:spcPct val="90000"/>
              </a:lnSpc>
              <a:spcAft>
                <a:spcPts val="600"/>
              </a:spcAft>
              <a:buFont typeface="Arial" panose="020B0604020202020204" pitchFamily="34" charset="0"/>
              <a:buChar char="•"/>
            </a:pPr>
            <a:r>
              <a:rPr lang="en-US" sz="1400" dirty="0"/>
              <a:t>Ethics</a:t>
            </a:r>
            <a:endParaRPr lang="en-US" sz="1400" dirty="0">
              <a:cs typeface="Calibri"/>
            </a:endParaRPr>
          </a:p>
          <a:p>
            <a:pPr indent="-228600">
              <a:lnSpc>
                <a:spcPct val="90000"/>
              </a:lnSpc>
              <a:spcAft>
                <a:spcPts val="600"/>
              </a:spcAft>
              <a:buFont typeface="Arial" panose="020B0604020202020204" pitchFamily="34" charset="0"/>
              <a:buChar char="•"/>
            </a:pPr>
            <a:endParaRPr lang="en-US" sz="600"/>
          </a:p>
          <a:p>
            <a:pPr indent="-228600">
              <a:lnSpc>
                <a:spcPct val="90000"/>
              </a:lnSpc>
              <a:spcAft>
                <a:spcPts val="600"/>
              </a:spcAft>
              <a:buFont typeface="Arial" panose="020B0604020202020204" pitchFamily="34" charset="0"/>
              <a:buChar char="•"/>
            </a:pPr>
            <a:endParaRPr lang="en-US" sz="600"/>
          </a:p>
          <a:p>
            <a:pPr indent="-228600">
              <a:lnSpc>
                <a:spcPct val="90000"/>
              </a:lnSpc>
              <a:spcAft>
                <a:spcPts val="600"/>
              </a:spcAft>
              <a:buFont typeface="Arial" panose="020B0604020202020204" pitchFamily="34" charset="0"/>
              <a:buChar char="•"/>
            </a:pPr>
            <a:endParaRPr lang="en-US" sz="600"/>
          </a:p>
        </p:txBody>
      </p:sp>
    </p:spTree>
    <p:extLst>
      <p:ext uri="{BB962C8B-B14F-4D97-AF65-F5344CB8AC3E}">
        <p14:creationId xmlns:p14="http://schemas.microsoft.com/office/powerpoint/2010/main" val="1318500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How to Become an OpenStand Advocate | OpenStand">
            <a:extLst>
              <a:ext uri="{FF2B5EF4-FFF2-40B4-BE49-F238E27FC236}">
                <a16:creationId xmlns:a16="http://schemas.microsoft.com/office/drawing/2014/main" id="{371AC1BA-92D1-E207-6C02-6BEE6C708AED}"/>
              </a:ext>
            </a:extLst>
          </p:cNvPr>
          <p:cNvPicPr>
            <a:picLocks noChangeAspect="1"/>
          </p:cNvPicPr>
          <p:nvPr/>
        </p:nvPicPr>
        <p:blipFill rotWithShape="1">
          <a:blip r:embed="rId2"/>
          <a:srcRect t="10305" r="9091" b="10106"/>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D6E31A-B12A-C96C-90A7-9E6F4CB0518B}"/>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dirty="0"/>
              <a:t> Organizational Culture and Values</a:t>
            </a:r>
          </a:p>
          <a:p>
            <a:endParaRPr lang="en-US"/>
          </a:p>
        </p:txBody>
      </p:sp>
      <p:sp>
        <p:nvSpPr>
          <p:cNvPr id="10" name="TextBox 9">
            <a:extLst>
              <a:ext uri="{FF2B5EF4-FFF2-40B4-BE49-F238E27FC236}">
                <a16:creationId xmlns:a16="http://schemas.microsoft.com/office/drawing/2014/main" id="{397C2EC4-1F71-5E87-FD89-E424B0843D1E}"/>
              </a:ext>
            </a:extLst>
          </p:cNvPr>
          <p:cNvSpPr txBox="1"/>
          <p:nvPr/>
        </p:nvSpPr>
        <p:spPr>
          <a:xfrm>
            <a:off x="838200" y="1825625"/>
            <a:ext cx="10515600" cy="43513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600" dirty="0"/>
              <a:t>Culture and values are mutually established through shared governance of Interprofessional collaboration, which shape ideal beliefs, values and norms within the organization.</a:t>
            </a:r>
          </a:p>
          <a:p>
            <a:pPr>
              <a:lnSpc>
                <a:spcPct val="90000"/>
              </a:lnSpc>
              <a:spcAft>
                <a:spcPts val="600"/>
              </a:spcAft>
            </a:pPr>
            <a:r>
              <a:rPr lang="en-US" sz="1600" dirty="0"/>
              <a:t>Active participation of a diverse team allows everyone a voice, in which everyone learns and everyone teaches something. Consequently this committee can cultivate organizational beliefs and values such as communication, integrity, beneficence, justice and respect. </a:t>
            </a:r>
            <a:endParaRPr lang="en-US" sz="1600">
              <a:cs typeface="Calibri"/>
            </a:endParaRPr>
          </a:p>
          <a:p>
            <a:pPr>
              <a:lnSpc>
                <a:spcPct val="90000"/>
              </a:lnSpc>
              <a:spcAft>
                <a:spcPts val="600"/>
              </a:spcAft>
            </a:pPr>
            <a:endParaRPr lang="en-US" sz="1600" dirty="0"/>
          </a:p>
          <a:p>
            <a:pPr>
              <a:lnSpc>
                <a:spcPct val="90000"/>
              </a:lnSpc>
              <a:spcAft>
                <a:spcPts val="600"/>
              </a:spcAft>
            </a:pPr>
            <a:r>
              <a:rPr lang="en-US" sz="1600" dirty="0"/>
              <a:t>Benefits of Interprofessional collaboration and shared governance:</a:t>
            </a:r>
            <a:endParaRPr lang="en-US" sz="1600" dirty="0">
              <a:cs typeface="Calibri"/>
            </a:endParaRPr>
          </a:p>
          <a:p>
            <a:pPr marL="171450" indent="-228600">
              <a:lnSpc>
                <a:spcPct val="90000"/>
              </a:lnSpc>
              <a:spcAft>
                <a:spcPts val="600"/>
              </a:spcAft>
              <a:buFont typeface="Arial" panose="020B0604020202020204" pitchFamily="34" charset="0"/>
              <a:buChar char="•"/>
            </a:pPr>
            <a:r>
              <a:rPr lang="en-US" sz="1600" dirty="0"/>
              <a:t>Patient Safety Culture</a:t>
            </a:r>
            <a:endParaRPr lang="en-US" sz="1600" dirty="0">
              <a:cs typeface="Calibri"/>
            </a:endParaRPr>
          </a:p>
          <a:p>
            <a:pPr marL="628650" lvl="1" indent="-228600">
              <a:lnSpc>
                <a:spcPct val="90000"/>
              </a:lnSpc>
              <a:spcAft>
                <a:spcPts val="600"/>
              </a:spcAft>
              <a:buFont typeface="Arial" panose="020B0604020202020204" pitchFamily="34" charset="0"/>
              <a:buChar char="•"/>
            </a:pPr>
            <a:r>
              <a:rPr lang="en-US" sz="1600" dirty="0"/>
              <a:t>reduce rate of complications &amp; errors</a:t>
            </a:r>
            <a:endParaRPr lang="en-US" sz="1600" dirty="0">
              <a:cs typeface="Calibri"/>
            </a:endParaRPr>
          </a:p>
          <a:p>
            <a:pPr marL="628650" lvl="1" indent="-228600">
              <a:lnSpc>
                <a:spcPct val="90000"/>
              </a:lnSpc>
              <a:spcAft>
                <a:spcPts val="600"/>
              </a:spcAft>
              <a:buFont typeface="Arial" panose="020B0604020202020204" pitchFamily="34" charset="0"/>
              <a:buChar char="•"/>
            </a:pPr>
            <a:r>
              <a:rPr lang="en-US" sz="1600" dirty="0"/>
              <a:t>reduce length of stay</a:t>
            </a:r>
            <a:endParaRPr lang="en-US" sz="1600" dirty="0">
              <a:cs typeface="Calibri"/>
            </a:endParaRPr>
          </a:p>
          <a:p>
            <a:pPr marL="628650" lvl="1" indent="-228600">
              <a:lnSpc>
                <a:spcPct val="90000"/>
              </a:lnSpc>
              <a:spcAft>
                <a:spcPts val="600"/>
              </a:spcAft>
              <a:buFont typeface="Arial" panose="020B0604020202020204" pitchFamily="34" charset="0"/>
              <a:buChar char="•"/>
            </a:pPr>
            <a:r>
              <a:rPr lang="en-US" sz="1600" dirty="0"/>
              <a:t>reduce mortality rate</a:t>
            </a:r>
            <a:endParaRPr lang="en-US" sz="1600" dirty="0">
              <a:cs typeface="Calibri"/>
            </a:endParaRPr>
          </a:p>
          <a:p>
            <a:pPr lvl="1" indent="-228600">
              <a:lnSpc>
                <a:spcPct val="90000"/>
              </a:lnSpc>
              <a:spcAft>
                <a:spcPts val="600"/>
              </a:spcAft>
              <a:buFont typeface="Arial" panose="020B0604020202020204" pitchFamily="34" charset="0"/>
              <a:buChar char="•"/>
            </a:pPr>
            <a:endParaRPr lang="en-US" sz="1600" dirty="0">
              <a:cs typeface="Calibri"/>
            </a:endParaRPr>
          </a:p>
          <a:p>
            <a:pPr marL="171450" indent="-228600">
              <a:lnSpc>
                <a:spcPct val="90000"/>
              </a:lnSpc>
              <a:spcAft>
                <a:spcPts val="600"/>
              </a:spcAft>
              <a:buFont typeface="Arial" panose="020B0604020202020204" pitchFamily="34" charset="0"/>
              <a:buChar char="•"/>
            </a:pPr>
            <a:r>
              <a:rPr lang="en-US" sz="1600" dirty="0"/>
              <a:t>Positive Employee Environment Culture</a:t>
            </a:r>
            <a:endParaRPr lang="en-US" sz="1600" dirty="0">
              <a:cs typeface="Calibri"/>
            </a:endParaRPr>
          </a:p>
          <a:p>
            <a:pPr marL="628650" lvl="1" indent="-228600">
              <a:lnSpc>
                <a:spcPct val="90000"/>
              </a:lnSpc>
              <a:spcAft>
                <a:spcPts val="600"/>
              </a:spcAft>
              <a:buFont typeface="Arial" panose="020B0604020202020204" pitchFamily="34" charset="0"/>
              <a:buChar char="•"/>
            </a:pPr>
            <a:r>
              <a:rPr lang="en-US" sz="1600" dirty="0"/>
              <a:t>reducing conflict among staff</a:t>
            </a:r>
            <a:endParaRPr lang="en-US" sz="1600" dirty="0">
              <a:cs typeface="Calibri"/>
            </a:endParaRPr>
          </a:p>
          <a:p>
            <a:pPr marL="628650" lvl="1" indent="-228600">
              <a:lnSpc>
                <a:spcPct val="90000"/>
              </a:lnSpc>
              <a:spcAft>
                <a:spcPts val="600"/>
              </a:spcAft>
              <a:buFont typeface="Arial" panose="020B0604020202020204" pitchFamily="34" charset="0"/>
              <a:buChar char="•"/>
            </a:pPr>
            <a:r>
              <a:rPr lang="en-US" sz="1600" dirty="0"/>
              <a:t>reducing staff turnover</a:t>
            </a:r>
            <a:endParaRPr lang="en-US" sz="1100" dirty="0">
              <a:cs typeface="Calibri"/>
            </a:endParaRPr>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p:txBody>
      </p:sp>
    </p:spTree>
    <p:extLst>
      <p:ext uri="{BB962C8B-B14F-4D97-AF65-F5344CB8AC3E}">
        <p14:creationId xmlns:p14="http://schemas.microsoft.com/office/powerpoint/2010/main" val="172683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450670-0B3E-1B73-2CA3-3F1E8B68569C}"/>
              </a:ext>
            </a:extLst>
          </p:cNvPr>
          <p:cNvSpPr>
            <a:spLocks noGrp="1"/>
          </p:cNvSpPr>
          <p:nvPr>
            <p:ph type="title"/>
          </p:nvPr>
        </p:nvSpPr>
        <p:spPr>
          <a:xfrm>
            <a:off x="418723" y="1153572"/>
            <a:ext cx="3468511" cy="4461163"/>
          </a:xfrm>
        </p:spPr>
        <p:txBody>
          <a:bodyPr>
            <a:normAutofit/>
          </a:bodyPr>
          <a:lstStyle/>
          <a:p>
            <a:r>
              <a:rPr lang="en-US">
                <a:solidFill>
                  <a:srgbClr val="FFFFFF"/>
                </a:solidFill>
                <a:ea typeface="Calibri Light"/>
                <a:cs typeface="Calibri Light"/>
              </a:rPr>
              <a:t>Lewin's Change Management Theory</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0E3B0AA-4442-77E7-67CB-B7EA5DAAEBD4}"/>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1400" dirty="0">
                <a:ea typeface="Calibri"/>
                <a:cs typeface="Calibri"/>
              </a:rPr>
              <a:t>Lewin's change management  theory uses three different stages in order to establish change in an organization </a:t>
            </a:r>
          </a:p>
          <a:p>
            <a:pPr marL="514350" indent="-514350">
              <a:buAutoNum type="arabicPeriod"/>
            </a:pPr>
            <a:r>
              <a:rPr lang="en-US" sz="1400" dirty="0">
                <a:ea typeface="Calibri"/>
                <a:cs typeface="Calibri"/>
              </a:rPr>
              <a:t>Unfreezing </a:t>
            </a:r>
          </a:p>
          <a:p>
            <a:pPr marL="971550" lvl="1">
              <a:buFont typeface="Courier New"/>
              <a:buChar char="o"/>
            </a:pPr>
            <a:r>
              <a:rPr lang="en-US" sz="1400" dirty="0">
                <a:ea typeface="Calibri"/>
                <a:cs typeface="Calibri"/>
              </a:rPr>
              <a:t>In this stage the organization finds out what is wrong with the organization by looking for processes that need change and where inefficiencies occur. Gaining the support of management and seeing employee points of view is part of this step. The unfreezing allows for the change in organization to be made.</a:t>
            </a:r>
          </a:p>
          <a:p>
            <a:pPr marL="514350" indent="-514350">
              <a:buAutoNum type="arabicPeriod"/>
            </a:pPr>
            <a:r>
              <a:rPr lang="en-US" sz="1400" dirty="0">
                <a:ea typeface="Calibri"/>
                <a:cs typeface="Calibri"/>
              </a:rPr>
              <a:t>Change</a:t>
            </a:r>
          </a:p>
          <a:p>
            <a:pPr marL="971550" lvl="1">
              <a:buFont typeface="Courier New" panose="020B0604020202020204" pitchFamily="34" charset="0"/>
              <a:buChar char="o"/>
            </a:pPr>
            <a:r>
              <a:rPr lang="en-US" sz="1400" dirty="0">
                <a:ea typeface="Calibri"/>
                <a:cs typeface="Calibri"/>
              </a:rPr>
              <a:t>In this stage the change that is wanted occurs. A change in process can be difficult if not handled correctly. In this portion of the change model, communication, education and support is crucial. It helps to reduce tension </a:t>
            </a:r>
          </a:p>
          <a:p>
            <a:pPr marL="514350" indent="-514350">
              <a:buAutoNum type="arabicPeriod"/>
            </a:pPr>
            <a:r>
              <a:rPr lang="en-US" sz="1400" dirty="0">
                <a:ea typeface="Calibri"/>
                <a:cs typeface="Calibri"/>
              </a:rPr>
              <a:t>Refreeze</a:t>
            </a:r>
          </a:p>
          <a:p>
            <a:pPr marL="971550" lvl="1">
              <a:buFont typeface="Courier New"/>
              <a:buChar char="o"/>
            </a:pPr>
            <a:r>
              <a:rPr lang="en-US" sz="1400" dirty="0">
                <a:ea typeface="Calibri"/>
                <a:cs typeface="Calibri"/>
              </a:rPr>
              <a:t>In this portion of the mode, refreezing takes place. This is where the change wanted is set to be the new normal. In order for the refreezing stage to be effective, continuous evaluation of the process needs to be made as well as constat recognition for employees. T</a:t>
            </a:r>
          </a:p>
        </p:txBody>
      </p:sp>
    </p:spTree>
    <p:extLst>
      <p:ext uri="{BB962C8B-B14F-4D97-AF65-F5344CB8AC3E}">
        <p14:creationId xmlns:p14="http://schemas.microsoft.com/office/powerpoint/2010/main" val="1415606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E56629-DA0F-D3F2-083B-8D2C8E00B934}"/>
              </a:ext>
            </a:extLst>
          </p:cNvPr>
          <p:cNvSpPr>
            <a:spLocks noGrp="1"/>
          </p:cNvSpPr>
          <p:nvPr>
            <p:ph type="title"/>
          </p:nvPr>
        </p:nvSpPr>
        <p:spPr>
          <a:xfrm>
            <a:off x="804672" y="802955"/>
            <a:ext cx="4977976" cy="1454051"/>
          </a:xfrm>
        </p:spPr>
        <p:txBody>
          <a:bodyPr>
            <a:normAutofit/>
          </a:bodyPr>
          <a:lstStyle/>
          <a:p>
            <a:r>
              <a:rPr lang="en-US" sz="3300" dirty="0">
                <a:solidFill>
                  <a:schemeClr val="tx2"/>
                </a:solidFill>
                <a:cs typeface="Calibri Light"/>
              </a:rPr>
              <a:t>Lewin's Change Management Theory and Banner Health's Plan </a:t>
            </a:r>
          </a:p>
        </p:txBody>
      </p:sp>
      <p:sp>
        <p:nvSpPr>
          <p:cNvPr id="74" name="Content Placeholder 2">
            <a:extLst>
              <a:ext uri="{FF2B5EF4-FFF2-40B4-BE49-F238E27FC236}">
                <a16:creationId xmlns:a16="http://schemas.microsoft.com/office/drawing/2014/main" id="{E383D3B5-3C79-56E5-1334-F4AB27FD7056}"/>
              </a:ext>
            </a:extLst>
          </p:cNvPr>
          <p:cNvSpPr>
            <a:spLocks noGrp="1"/>
          </p:cNvSpPr>
          <p:nvPr>
            <p:ph idx="1"/>
          </p:nvPr>
        </p:nvSpPr>
        <p:spPr>
          <a:xfrm>
            <a:off x="804672" y="2421682"/>
            <a:ext cx="6902630" cy="3478868"/>
          </a:xfrm>
        </p:spPr>
        <p:txBody>
          <a:bodyPr vert="horz" lIns="91440" tIns="45720" rIns="91440" bIns="45720" rtlCol="0" anchor="ctr">
            <a:normAutofit fontScale="92500" lnSpcReduction="20000"/>
          </a:bodyPr>
          <a:lstStyle/>
          <a:p>
            <a:pPr marL="0" indent="0">
              <a:buNone/>
            </a:pPr>
            <a:r>
              <a:rPr lang="en-US" sz="1800" dirty="0">
                <a:solidFill>
                  <a:schemeClr val="tx2"/>
                </a:solidFill>
                <a:cs typeface="Calibri"/>
              </a:rPr>
              <a:t>Banner Health wants to implement new changes to make healthcare more accessible, increase awareness and offering support in different settings.  Banner Health can use the Lewing Change Management Theory in order to establish the changes they want to make.</a:t>
            </a:r>
          </a:p>
          <a:p>
            <a:pPr marL="0" indent="0">
              <a:buNone/>
            </a:pPr>
            <a:r>
              <a:rPr lang="en-US" sz="1800" dirty="0">
                <a:solidFill>
                  <a:schemeClr val="tx2"/>
                </a:solidFill>
                <a:cs typeface="Calibri"/>
              </a:rPr>
              <a:t>In their unfreezing stage, the organization has seen different ways of achieving their goals by creating strategies as stated like  improving  community health and targeting different ways to make people aware of their health needs while also making healthcare accessible </a:t>
            </a:r>
          </a:p>
          <a:p>
            <a:pPr marL="0" indent="0">
              <a:buNone/>
            </a:pPr>
            <a:r>
              <a:rPr lang="en-US" sz="1800" dirty="0">
                <a:solidFill>
                  <a:schemeClr val="tx2"/>
                </a:solidFill>
                <a:cs typeface="Calibri"/>
              </a:rPr>
              <a:t>Banner Health has implemented the change state in that they have made ways for staff to become supportive such as creating better staffing ratios and creating more facilities to meet the population  needs among other plans.</a:t>
            </a:r>
          </a:p>
          <a:p>
            <a:pPr marL="0" indent="0">
              <a:buNone/>
            </a:pPr>
            <a:r>
              <a:rPr lang="en-US" sz="1800" dirty="0">
                <a:solidFill>
                  <a:schemeClr val="tx2"/>
                </a:solidFill>
                <a:cs typeface="Calibri"/>
              </a:rPr>
              <a:t>He refreezing stage would just involve in the organization to reevaluate in the effectiveness of said changes and to recognize staff so that the </a:t>
            </a:r>
            <a:r>
              <a:rPr lang="en-US" sz="1800" dirty="0" err="1">
                <a:solidFill>
                  <a:schemeClr val="tx2"/>
                </a:solidFill>
                <a:cs typeface="Calibri"/>
              </a:rPr>
              <a:t>the</a:t>
            </a:r>
            <a:r>
              <a:rPr lang="en-US" sz="1800" dirty="0">
                <a:solidFill>
                  <a:schemeClr val="tx2"/>
                </a:solidFill>
                <a:cs typeface="Calibri"/>
              </a:rPr>
              <a:t> changes mad are effective.</a:t>
            </a:r>
          </a:p>
          <a:p>
            <a:pPr marL="0" indent="0">
              <a:buNone/>
            </a:pPr>
            <a:endParaRPr lang="en-US" sz="1800" dirty="0">
              <a:solidFill>
                <a:schemeClr val="tx2"/>
              </a:solidFill>
              <a:cs typeface="Calibri"/>
            </a:endParaRPr>
          </a:p>
        </p:txBody>
      </p:sp>
      <p:grpSp>
        <p:nvGrpSpPr>
          <p:cNvPr id="119" name="Group 118">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13" name="Freeform: Shape 112">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Shape 120">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2" name="Graphic 121" descr="First Aid Kit">
            <a:extLst>
              <a:ext uri="{FF2B5EF4-FFF2-40B4-BE49-F238E27FC236}">
                <a16:creationId xmlns:a16="http://schemas.microsoft.com/office/drawing/2014/main" id="{93FC6990-088C-542A-7DCE-807BF36930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34568" y="1415195"/>
            <a:ext cx="3620021" cy="3620021"/>
          </a:xfrm>
          <a:prstGeom prst="rect">
            <a:avLst/>
          </a:prstGeom>
        </p:spPr>
      </p:pic>
    </p:spTree>
    <p:extLst>
      <p:ext uri="{BB962C8B-B14F-4D97-AF65-F5344CB8AC3E}">
        <p14:creationId xmlns:p14="http://schemas.microsoft.com/office/powerpoint/2010/main" val="3603684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3" name="Rectangle 22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5" name="Group 2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6" name="Rectangle 2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0" name="Rectangle 2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9B9BED-C5D6-53A5-5BE4-F534F6CD802C}"/>
              </a:ext>
            </a:extLst>
          </p:cNvPr>
          <p:cNvSpPr>
            <a:spLocks noGrp="1"/>
          </p:cNvSpPr>
          <p:nvPr>
            <p:ph type="title"/>
          </p:nvPr>
        </p:nvSpPr>
        <p:spPr>
          <a:xfrm>
            <a:off x="1043631" y="809898"/>
            <a:ext cx="10173010" cy="1554480"/>
          </a:xfrm>
        </p:spPr>
        <p:txBody>
          <a:bodyPr anchor="ctr">
            <a:normAutofit/>
          </a:bodyPr>
          <a:lstStyle/>
          <a:p>
            <a:r>
              <a:rPr lang="en-US" dirty="0">
                <a:cs typeface="Calibri Light"/>
              </a:rPr>
              <a:t>Why would the Lewin's Change Management Theory work the best?</a:t>
            </a:r>
            <a:endParaRPr lang="en-US" dirty="0"/>
          </a:p>
        </p:txBody>
      </p:sp>
      <p:cxnSp>
        <p:nvCxnSpPr>
          <p:cNvPr id="232" name="Straight Connector 2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96" name="Content Placeholder 2">
            <a:extLst>
              <a:ext uri="{FF2B5EF4-FFF2-40B4-BE49-F238E27FC236}">
                <a16:creationId xmlns:a16="http://schemas.microsoft.com/office/drawing/2014/main" id="{70F0E5D3-9AC6-DCCC-D519-D28F951E3778}"/>
              </a:ext>
            </a:extLst>
          </p:cNvPr>
          <p:cNvGraphicFramePr>
            <a:graphicFrameLocks noGrp="1"/>
          </p:cNvGraphicFramePr>
          <p:nvPr>
            <p:ph idx="1"/>
            <p:extLst>
              <p:ext uri="{D42A27DB-BD31-4B8C-83A1-F6EECF244321}">
                <p14:modId xmlns:p14="http://schemas.microsoft.com/office/powerpoint/2010/main" val="154785495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4835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6E7F-CBE7-DF95-00CC-21C146766EF3}"/>
              </a:ext>
            </a:extLst>
          </p:cNvPr>
          <p:cNvSpPr>
            <a:spLocks noGrp="1"/>
          </p:cNvSpPr>
          <p:nvPr>
            <p:ph type="title"/>
          </p:nvPr>
        </p:nvSpPr>
        <p:spPr/>
        <p:txBody>
          <a:bodyPr>
            <a:normAutofit/>
          </a:bodyPr>
          <a:lstStyle/>
          <a:p>
            <a:pPr algn="ctr"/>
            <a:r>
              <a:rPr lang="en-US" sz="3000" b="1" dirty="0">
                <a:latin typeface="Calibri"/>
                <a:cs typeface="Calibri Light"/>
              </a:rPr>
              <a:t>References</a:t>
            </a:r>
            <a:endParaRPr lang="en-US">
              <a:latin typeface="Calibri"/>
              <a:cs typeface="Calibri Light" panose="020F0302020204030204"/>
            </a:endParaRPr>
          </a:p>
        </p:txBody>
      </p:sp>
      <p:sp>
        <p:nvSpPr>
          <p:cNvPr id="3" name="Content Placeholder 2">
            <a:extLst>
              <a:ext uri="{FF2B5EF4-FFF2-40B4-BE49-F238E27FC236}">
                <a16:creationId xmlns:a16="http://schemas.microsoft.com/office/drawing/2014/main" id="{46FC3A5A-5C0F-92EF-5897-9C5ADE2E2972}"/>
              </a:ext>
            </a:extLst>
          </p:cNvPr>
          <p:cNvSpPr>
            <a:spLocks noGrp="1"/>
          </p:cNvSpPr>
          <p:nvPr>
            <p:ph idx="1"/>
          </p:nvPr>
        </p:nvSpPr>
        <p:spPr/>
        <p:txBody>
          <a:bodyPr vert="horz" lIns="91440" tIns="45720" rIns="91440" bIns="45720" rtlCol="0" anchor="t">
            <a:normAutofit/>
          </a:bodyPr>
          <a:lstStyle/>
          <a:p>
            <a:r>
              <a:rPr lang="en-US" sz="1200" dirty="0">
                <a:ea typeface="+mn-lt"/>
                <a:cs typeface="+mn-lt"/>
              </a:rPr>
              <a:t>Agency for Healthcare Research and Quality. (2022). </a:t>
            </a:r>
            <a:r>
              <a:rPr lang="en-US" sz="1200" i="1" dirty="0">
                <a:ea typeface="+mn-lt"/>
                <a:cs typeface="+mn-lt"/>
              </a:rPr>
              <a:t>What Is Patient Safety Culture? | Agency for Healthcare Research and Quality</a:t>
            </a:r>
            <a:r>
              <a:rPr lang="en-US" sz="1200" dirty="0">
                <a:ea typeface="+mn-lt"/>
                <a:cs typeface="+mn-lt"/>
              </a:rPr>
              <a:t>. </a:t>
            </a:r>
            <a:r>
              <a:rPr lang="en-US" sz="1200" dirty="0">
                <a:ea typeface="+mn-lt"/>
                <a:cs typeface="+mn-lt"/>
                <a:hlinkClick r:id="rId2"/>
              </a:rPr>
              <a:t>Www.ahrq.gov</a:t>
            </a:r>
            <a:r>
              <a:rPr lang="en-US" sz="1200" dirty="0">
                <a:ea typeface="+mn-lt"/>
                <a:cs typeface="+mn-lt"/>
              </a:rPr>
              <a:t>.</a:t>
            </a:r>
          </a:p>
          <a:p>
            <a:pPr marL="457200" lvl="1" indent="0">
              <a:buNone/>
            </a:pPr>
            <a:r>
              <a:rPr lang="en-US" sz="1200" dirty="0">
                <a:ea typeface="+mn-lt"/>
                <a:cs typeface="+mn-lt"/>
                <a:hlinkClick r:id="rId3"/>
              </a:rPr>
              <a:t>https://www.ahrq.gov/sops/about/patient-safety-culture.html</a:t>
            </a:r>
            <a:endParaRPr lang="en-US" sz="1200">
              <a:cs typeface="Calibri"/>
            </a:endParaRPr>
          </a:p>
          <a:p>
            <a:r>
              <a:rPr lang="en-US" sz="1200" dirty="0">
                <a:ea typeface="+mn-lt"/>
                <a:cs typeface="+mn-lt"/>
              </a:rPr>
              <a:t>Banner Health. (2021, February). </a:t>
            </a:r>
            <a:r>
              <a:rPr lang="en-US" sz="1200" i="1" dirty="0">
                <a:ea typeface="+mn-lt"/>
                <a:cs typeface="+mn-lt"/>
              </a:rPr>
              <a:t>Banner Health at a Glance</a:t>
            </a:r>
            <a:r>
              <a:rPr lang="en-US" sz="1200" dirty="0">
                <a:ea typeface="+mn-lt"/>
                <a:cs typeface="+mn-lt"/>
              </a:rPr>
              <a:t>. </a:t>
            </a:r>
            <a:r>
              <a:rPr lang="en-US" sz="1200" dirty="0">
                <a:ea typeface="+mn-lt"/>
                <a:cs typeface="+mn-lt"/>
                <a:hlinkClick r:id="rId4">
                  <a:extLst>
                    <a:ext uri="{A12FA001-AC4F-418D-AE19-62706E023703}">
                      <ahyp:hlinkClr xmlns:ahyp="http://schemas.microsoft.com/office/drawing/2018/hyperlinkcolor" val="tx"/>
                    </a:ext>
                  </a:extLst>
                </a:hlinkClick>
              </a:rPr>
              <a:t>Www.bannerhealth.com</a:t>
            </a:r>
            <a:r>
              <a:rPr lang="en-US" sz="1200" dirty="0">
                <a:ea typeface="+mn-lt"/>
                <a:cs typeface="+mn-lt"/>
              </a:rPr>
              <a:t>. </a:t>
            </a:r>
            <a:r>
              <a:rPr lang="en-US" sz="1200" dirty="0">
                <a:ea typeface="+mn-lt"/>
                <a:cs typeface="+mn-lt"/>
                <a:hlinkClick r:id="rId5">
                  <a:extLst>
                    <a:ext uri="{A12FA001-AC4F-418D-AE19-62706E023703}">
                      <ahyp:hlinkClr xmlns:ahyp="http://schemas.microsoft.com/office/drawing/2018/hyperlinkcolor" val="tx"/>
                    </a:ext>
                  </a:extLst>
                </a:hlinkClick>
              </a:rPr>
              <a:t>https://www.bannerhealth.com/about/glance</a:t>
            </a:r>
            <a:endParaRPr lang="en-US" sz="1200" dirty="0">
              <a:ea typeface="+mn-lt"/>
              <a:cs typeface="+mn-lt"/>
            </a:endParaRPr>
          </a:p>
          <a:p>
            <a:r>
              <a:rPr lang="en-US" sz="1200" dirty="0">
                <a:ea typeface="+mn-lt"/>
                <a:cs typeface="+mn-lt"/>
              </a:rPr>
              <a:t>Helbig, J., &amp; Thomas, J.S., &amp; Whitney, S. (2022) Nursing Leadership and Management . (3rd ed). Grand Canyon University.</a:t>
            </a:r>
            <a:r>
              <a:rPr lang="en-US" sz="1200" dirty="0">
                <a:ea typeface="+mn-lt"/>
                <a:cs typeface="+mn-lt"/>
                <a:hlinkClick r:id="rId6"/>
              </a:rPr>
              <a:t>BibliU - Reader - Nursing Leadership </a:t>
            </a:r>
            <a:endParaRPr lang="en-US" sz="1200" dirty="0">
              <a:ea typeface="+mn-lt"/>
              <a:cs typeface="+mn-lt"/>
            </a:endParaRPr>
          </a:p>
          <a:p>
            <a:pPr marL="457200" lvl="1" indent="0">
              <a:buNone/>
            </a:pPr>
            <a:r>
              <a:rPr lang="en-US" sz="1200" dirty="0">
                <a:ea typeface="+mn-lt"/>
                <a:cs typeface="+mn-lt"/>
                <a:hlinkClick r:id="rId6"/>
              </a:rPr>
              <a:t>and Management: Leading and Serving</a:t>
            </a:r>
            <a:endParaRPr lang="en-US" sz="1200" dirty="0">
              <a:ea typeface="+mn-lt"/>
              <a:cs typeface="+mn-lt"/>
            </a:endParaRPr>
          </a:p>
          <a:p>
            <a:r>
              <a:rPr lang="en-US" sz="1200" dirty="0">
                <a:ea typeface="+mn-lt"/>
                <a:cs typeface="+mn-lt"/>
              </a:rPr>
              <a:t>Lindsay, M.  (2023).  A shared governance approach to nursing documentation redesign using Kotter's change management model. </a:t>
            </a:r>
            <a:r>
              <a:rPr lang="en-US" sz="1200" i="1" dirty="0">
                <a:ea typeface="+mn-lt"/>
                <a:cs typeface="+mn-lt"/>
              </a:rPr>
              <a:t>Nursing Management </a:t>
            </a:r>
          </a:p>
          <a:p>
            <a:pPr marL="457200" lvl="1" indent="0">
              <a:buNone/>
            </a:pPr>
            <a:r>
              <a:rPr lang="en-US" sz="1200" i="1" dirty="0">
                <a:ea typeface="+mn-lt"/>
                <a:cs typeface="+mn-lt"/>
              </a:rPr>
              <a:t>(Springhouse),  54 </a:t>
            </a:r>
            <a:r>
              <a:rPr lang="en-US" sz="1200" dirty="0">
                <a:ea typeface="+mn-lt"/>
                <a:cs typeface="+mn-lt"/>
              </a:rPr>
              <a:t>(3),  14-20.  </a:t>
            </a:r>
            <a:r>
              <a:rPr lang="en-US" sz="1200" err="1">
                <a:ea typeface="+mn-lt"/>
                <a:cs typeface="+mn-lt"/>
              </a:rPr>
              <a:t>doi</a:t>
            </a:r>
            <a:r>
              <a:rPr lang="en-US" sz="1200" dirty="0">
                <a:ea typeface="+mn-lt"/>
                <a:cs typeface="+mn-lt"/>
              </a:rPr>
              <a:t>: 10.1097/01.NUMA.0000919064.29246.6b</a:t>
            </a:r>
            <a:endParaRPr lang="en-US" sz="1200">
              <a:cs typeface="Calibri"/>
            </a:endParaRPr>
          </a:p>
          <a:p>
            <a:r>
              <a:rPr lang="en-US" sz="1200" i="1" dirty="0">
                <a:latin typeface="Calibri"/>
                <a:ea typeface="+mn-lt"/>
                <a:cs typeface="+mn-lt"/>
              </a:rPr>
              <a:t>Mission &amp; Vision : Banner Health Foundation</a:t>
            </a:r>
            <a:r>
              <a:rPr lang="en-US" sz="1200" dirty="0">
                <a:latin typeface="Calibri"/>
                <a:ea typeface="+mn-lt"/>
                <a:cs typeface="+mn-lt"/>
              </a:rPr>
              <a:t>. (n.d.). </a:t>
            </a:r>
            <a:r>
              <a:rPr lang="en-US" sz="1200" dirty="0">
                <a:latin typeface="Calibri"/>
                <a:ea typeface="+mn-lt"/>
                <a:cs typeface="+mn-lt"/>
                <a:hlinkClick r:id="rId7">
                  <a:extLst>
                    <a:ext uri="{A12FA001-AC4F-418D-AE19-62706E023703}">
                      <ahyp:hlinkClr xmlns:ahyp="http://schemas.microsoft.com/office/drawing/2018/hyperlinkcolor" val="tx"/>
                    </a:ext>
                  </a:extLst>
                </a:hlinkClick>
              </a:rPr>
              <a:t>Www.bannerhealthfoundation.org</a:t>
            </a:r>
            <a:r>
              <a:rPr lang="en-US" sz="1200" dirty="0">
                <a:latin typeface="Calibri"/>
                <a:ea typeface="+mn-lt"/>
                <a:cs typeface="+mn-lt"/>
              </a:rPr>
              <a:t>. Retrieved December 8, 2023, from </a:t>
            </a:r>
            <a:endParaRPr lang="en-US" sz="1200">
              <a:latin typeface="Calibri"/>
              <a:ea typeface="+mn-lt"/>
              <a:cs typeface="+mn-lt"/>
            </a:endParaRPr>
          </a:p>
          <a:p>
            <a:pPr marL="457200" lvl="1" indent="0">
              <a:buNone/>
            </a:pPr>
            <a:r>
              <a:rPr lang="en-US" sz="1200" dirty="0">
                <a:latin typeface="Calibri"/>
                <a:ea typeface="+mn-lt"/>
                <a:cs typeface="+mn-lt"/>
                <a:hlinkClick r:id="rId8">
                  <a:extLst>
                    <a:ext uri="{A12FA001-AC4F-418D-AE19-62706E023703}">
                      <ahyp:hlinkClr xmlns:ahyp="http://schemas.microsoft.com/office/drawing/2018/hyperlinkcolor" val="tx"/>
                    </a:ext>
                  </a:extLst>
                </a:hlinkClick>
              </a:rPr>
              <a:t>https://www.bannerhealthfoundation.org/about/mission-and-vision#:~:text=Headquartered%20in%20Phoenix%2C%20Arizona%2C%20Banner</a:t>
            </a:r>
            <a:endParaRPr lang="en-US" sz="1200">
              <a:latin typeface="Calibri"/>
              <a:cs typeface="Calibri" panose="020F0502020204030204"/>
            </a:endParaRPr>
          </a:p>
          <a:p>
            <a:pPr>
              <a:buFont typeface="Arial"/>
              <a:buChar char="•"/>
            </a:pPr>
            <a:r>
              <a:rPr lang="en-US" sz="1200" dirty="0">
                <a:latin typeface="Calibri"/>
                <a:ea typeface="+mn-lt"/>
                <a:cs typeface="Arial"/>
              </a:rPr>
              <a:t>Murphy, J. (2020). </a:t>
            </a:r>
            <a:r>
              <a:rPr lang="en-US" sz="1200" i="1" dirty="0">
                <a:latin typeface="Calibri"/>
                <a:ea typeface="+mn-lt"/>
                <a:cs typeface="Arial"/>
              </a:rPr>
              <a:t>Interprofessional Collaboration | Transitions to Professional Nursing Practice</a:t>
            </a:r>
            <a:r>
              <a:rPr lang="en-US" sz="1200" dirty="0">
                <a:latin typeface="Calibri"/>
                <a:ea typeface="+mn-lt"/>
                <a:cs typeface="Arial"/>
              </a:rPr>
              <a:t>. Courses.lumenlearning.com.</a:t>
            </a:r>
            <a:endParaRPr lang="en-US" sz="1200">
              <a:latin typeface="Calibri"/>
              <a:ea typeface="+mn-lt"/>
              <a:cs typeface="Arial"/>
            </a:endParaRPr>
          </a:p>
          <a:p>
            <a:pPr marL="457200" lvl="1" indent="0">
              <a:buNone/>
            </a:pPr>
            <a:r>
              <a:rPr lang="en-US" sz="1200" dirty="0">
                <a:latin typeface="Calibri"/>
                <a:ea typeface="+mn-lt"/>
                <a:cs typeface="Arial"/>
                <a:hlinkClick r:id="rId9"/>
              </a:rPr>
              <a:t>https://courses.lumenlearning.com/suny-delhi-professionalnursing/chapter/interprofessional-collaboration/</a:t>
            </a:r>
            <a:endParaRPr lang="en-US" sz="1200">
              <a:latin typeface="Calibri"/>
              <a:cs typeface="Calibri"/>
            </a:endParaRPr>
          </a:p>
          <a:p>
            <a:r>
              <a:rPr lang="en-US" sz="1200" dirty="0">
                <a:latin typeface="Calibri"/>
                <a:ea typeface="+mn-lt"/>
                <a:cs typeface="+mn-lt"/>
              </a:rPr>
              <a:t>‌</a:t>
            </a:r>
            <a:r>
              <a:rPr lang="en-US" sz="1200" i="1" dirty="0">
                <a:latin typeface="Calibri"/>
                <a:ea typeface="+mn-lt"/>
                <a:cs typeface="+mn-lt"/>
              </a:rPr>
              <a:t>Our Services Listing | Banner Health</a:t>
            </a:r>
            <a:r>
              <a:rPr lang="en-US" sz="1200" dirty="0">
                <a:latin typeface="Calibri"/>
                <a:ea typeface="+mn-lt"/>
                <a:cs typeface="+mn-lt"/>
              </a:rPr>
              <a:t>. (n.d.). </a:t>
            </a:r>
            <a:r>
              <a:rPr lang="en-US" sz="1200" dirty="0">
                <a:latin typeface="Calibri"/>
                <a:ea typeface="+mn-lt"/>
                <a:cs typeface="+mn-lt"/>
                <a:hlinkClick r:id="rId10">
                  <a:extLst>
                    <a:ext uri="{A12FA001-AC4F-418D-AE19-62706E023703}">
                      <ahyp:hlinkClr xmlns:ahyp="http://schemas.microsoft.com/office/drawing/2018/hyperlinkcolor" val="tx"/>
                    </a:ext>
                  </a:extLst>
                </a:hlinkClick>
              </a:rPr>
              <a:t>Www.bannerhealth.com</a:t>
            </a:r>
            <a:r>
              <a:rPr lang="en-US" sz="1200" dirty="0">
                <a:latin typeface="Calibri"/>
                <a:ea typeface="+mn-lt"/>
                <a:cs typeface="+mn-lt"/>
              </a:rPr>
              <a:t>. Retrieved December 8, 2023, from </a:t>
            </a:r>
            <a:r>
              <a:rPr lang="en-US" sz="1200" dirty="0">
                <a:latin typeface="Calibri"/>
                <a:ea typeface="+mn-lt"/>
                <a:cs typeface="+mn-lt"/>
                <a:hlinkClick r:id="rId11">
                  <a:extLst>
                    <a:ext uri="{A12FA001-AC4F-418D-AE19-62706E023703}">
                      <ahyp:hlinkClr xmlns:ahyp="http://schemas.microsoft.com/office/drawing/2018/hyperlinkcolor" val="tx"/>
                    </a:ext>
                  </a:extLst>
                </a:hlinkClick>
              </a:rPr>
              <a:t>https://www.bannerhealth.com/services/service-listing</a:t>
            </a:r>
            <a:endParaRPr lang="en-US" sz="1200" dirty="0">
              <a:latin typeface="Calibri"/>
              <a:ea typeface="+mn-lt"/>
              <a:cs typeface="+mn-lt"/>
            </a:endParaRPr>
          </a:p>
          <a:p>
            <a:r>
              <a:rPr lang="en-US" sz="1200" dirty="0">
                <a:effectLst/>
              </a:rPr>
              <a:t>2022 community health needs assessment: Final implementation strategies. (n.d.-a). </a:t>
            </a:r>
            <a:r>
              <a:rPr lang="en-US" sz="1200" dirty="0">
                <a:effectLst/>
                <a:hlinkClick r:id="rId12">
                  <a:extLst>
                    <a:ext uri="{A12FA001-AC4F-418D-AE19-62706E023703}">
                      <ahyp:hlinkClr xmlns:ahyp="http://schemas.microsoft.com/office/drawing/2018/hyperlinkcolor" val="tx"/>
                    </a:ext>
                  </a:extLst>
                </a:hlinkClick>
              </a:rPr>
              <a:t>https://www.bannerhealth.com/-/media/files/project/bh/</a:t>
            </a:r>
            <a:r>
              <a:rPr lang="en-US" sz="1200" dirty="0">
                <a:hlinkClick r:id="rId12">
                  <a:extLst>
                    <a:ext uri="{A12FA001-AC4F-418D-AE19-62706E023703}">
                      <ahyp:hlinkClr xmlns:ahyp="http://schemas.microsoft.com/office/drawing/2018/hyperlinkcolor" val="tx"/>
                    </a:ext>
                  </a:extLst>
                </a:hlinkClick>
              </a:rPr>
              <a:t>chna-</a:t>
            </a:r>
            <a:endParaRPr lang="en-US" sz="1200"/>
          </a:p>
          <a:p>
            <a:pPr marL="457200" lvl="1" indent="0">
              <a:buNone/>
            </a:pPr>
            <a:r>
              <a:rPr lang="en-US" sz="1200" dirty="0"/>
              <a:t>reports</a:t>
            </a:r>
            <a:r>
              <a:rPr lang="en-US" sz="1200" dirty="0">
                <a:effectLst/>
              </a:rPr>
              <a:t>/2022/implementation-strategies-for-posting.ashx</a:t>
            </a:r>
            <a:r>
              <a:rPr lang="en-US" sz="1200" dirty="0"/>
              <a:t> </a:t>
            </a:r>
            <a:endParaRPr lang="en-US" sz="1200">
              <a:cs typeface="Calibri"/>
            </a:endParaRPr>
          </a:p>
          <a:p>
            <a:endParaRPr lang="en-US" sz="1200" dirty="0">
              <a:effectLst/>
              <a:ea typeface="+mn-lt"/>
              <a:cs typeface="+mn-lt"/>
            </a:endParaRPr>
          </a:p>
          <a:p>
            <a:endParaRPr lang="en-US" sz="1200" dirty="0">
              <a:ea typeface="Calibri"/>
              <a:cs typeface="Calibri"/>
            </a:endParaRPr>
          </a:p>
          <a:p>
            <a:endParaRPr lang="en-US" sz="1200" dirty="0">
              <a:ea typeface="+mn-lt"/>
              <a:cs typeface="+mn-lt"/>
            </a:endParaRPr>
          </a:p>
          <a:p>
            <a:endParaRPr lang="en-US" sz="1200" dirty="0">
              <a:ea typeface="+mn-lt"/>
              <a:cs typeface="+mn-lt"/>
            </a:endParaRPr>
          </a:p>
        </p:txBody>
      </p:sp>
    </p:spTree>
    <p:extLst>
      <p:ext uri="{BB962C8B-B14F-4D97-AF65-F5344CB8AC3E}">
        <p14:creationId xmlns:p14="http://schemas.microsoft.com/office/powerpoint/2010/main" val="21349842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Banner Health Evaluation</vt:lpstr>
      <vt:lpstr>Banner Health's Mission, Vision, Values, and Geographic Areas</vt:lpstr>
      <vt:lpstr>Types of Services That Banner Provides  </vt:lpstr>
      <vt:lpstr> Banner Health's readiness to improve care  outcomes</vt:lpstr>
      <vt:lpstr>Banner Health as a Health Care Organization</vt:lpstr>
      <vt:lpstr>Banner Health’s Strategic Plan</vt:lpstr>
      <vt:lpstr>How Does Banner Address Issues Pertaining to Network Growth and Nurse Staffing?</vt:lpstr>
      <vt:lpstr>How Does Banner Addresses Issues Pertaining to Resource Management and Patient Satisfaction?</vt:lpstr>
      <vt:lpstr> Shared Governance: </vt:lpstr>
      <vt:lpstr>Interprofessional Collaboration: </vt:lpstr>
      <vt:lpstr> Organizational Culture and Values </vt:lpstr>
      <vt:lpstr>Lewin's Change Management Theory</vt:lpstr>
      <vt:lpstr>Lewin's Change Management Theory and Banner Health's Plan </vt:lpstr>
      <vt:lpstr>Why would the Lewin's Change Management Theory work the best?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Nguyen</dc:creator>
  <cp:revision>496</cp:revision>
  <dcterms:created xsi:type="dcterms:W3CDTF">2023-12-03T04:00:41Z</dcterms:created>
  <dcterms:modified xsi:type="dcterms:W3CDTF">2023-12-11T00:32:05Z</dcterms:modified>
</cp:coreProperties>
</file>